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76" r:id="rId2"/>
    <p:sldId id="257" r:id="rId3"/>
    <p:sldId id="258" r:id="rId4"/>
    <p:sldId id="259" r:id="rId5"/>
    <p:sldId id="277" r:id="rId6"/>
    <p:sldId id="278" r:id="rId7"/>
    <p:sldId id="279" r:id="rId8"/>
    <p:sldId id="262" r:id="rId9"/>
    <p:sldId id="280" r:id="rId10"/>
    <p:sldId id="265" r:id="rId11"/>
    <p:sldId id="281" r:id="rId12"/>
    <p:sldId id="267" r:id="rId13"/>
    <p:sldId id="282" r:id="rId14"/>
    <p:sldId id="283" r:id="rId15"/>
    <p:sldId id="284" r:id="rId16"/>
    <p:sldId id="285" r:id="rId17"/>
    <p:sldId id="275" r:id="rId18"/>
  </p:sldIdLst>
  <p:sldSz cx="18288000" cy="10287000"/>
  <p:notesSz cx="6858000" cy="9144000"/>
  <p:embeddedFontLst>
    <p:embeddedFont>
      <p:font typeface="微软雅黑" panose="020B0503020204020204" pitchFamily="34" charset="-122"/>
      <p:regular r:id="rId21"/>
      <p:bold r:id="rId22"/>
    </p:embeddedFont>
  </p:embeddedFontLst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2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>
        <p:scale>
          <a:sx n="50" d="100"/>
          <a:sy n="50" d="100"/>
        </p:scale>
        <p:origin x="1914" y="720"/>
      </p:cViewPr>
      <p:guideLst>
        <p:guide orient="horz" pos="2166"/>
        <p:guide pos="2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2025/12/4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image" Target="../media/image6.svg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image" Target="../media/image5.png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image" Target="../media/image2.png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image" Target="../media/image9.svg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image" Target="../media/image8.png"/><Relationship Id="rId2" Type="http://schemas.openxmlformats.org/officeDocument/2006/relationships/tags" Target="../tags/tag23.xml"/><Relationship Id="rId16" Type="http://schemas.openxmlformats.org/officeDocument/2006/relationships/image" Target="../media/image1.png"/><Relationship Id="rId20" Type="http://schemas.openxmlformats.org/officeDocument/2006/relationships/image" Target="../media/image11.png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31.xml"/><Relationship Id="rId19" Type="http://schemas.openxmlformats.org/officeDocument/2006/relationships/image" Target="../media/image10.png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38.xml"/><Relationship Id="rId7" Type="http://schemas.openxmlformats.org/officeDocument/2006/relationships/image" Target="../media/image1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9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79152" y="630203"/>
              <a:ext cx="456256" cy="45625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553339">
              <a:off x="7583" y="761446"/>
              <a:ext cx="543138" cy="138439"/>
              <a:chOff x="0" y="0"/>
              <a:chExt cx="147751" cy="376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79152" y="3296723"/>
              <a:ext cx="456256" cy="456256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53339">
              <a:off x="7583" y="3427966"/>
              <a:ext cx="543138" cy="138439"/>
              <a:chOff x="0" y="0"/>
              <a:chExt cx="147751" cy="376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279152" y="8629761"/>
              <a:ext cx="456256" cy="456256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553339">
              <a:off x="7583" y="8761004"/>
              <a:ext cx="543138" cy="138439"/>
              <a:chOff x="0" y="0"/>
              <a:chExt cx="147751" cy="376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279152" y="4629982"/>
              <a:ext cx="456256" cy="456256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553339">
              <a:off x="7583" y="4761225"/>
              <a:ext cx="543138" cy="138439"/>
              <a:chOff x="0" y="0"/>
              <a:chExt cx="147751" cy="376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279152" y="9963021"/>
              <a:ext cx="456256" cy="456256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553339">
              <a:off x="7583" y="10094264"/>
              <a:ext cx="543138" cy="138439"/>
              <a:chOff x="0" y="0"/>
              <a:chExt cx="147751" cy="376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279152" y="1963463"/>
              <a:ext cx="456256" cy="456256"/>
              <a:chOff x="0" y="0"/>
              <a:chExt cx="812800" cy="8128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553339">
              <a:off x="7583" y="2094706"/>
              <a:ext cx="543138" cy="138439"/>
              <a:chOff x="0" y="0"/>
              <a:chExt cx="147751" cy="376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279152" y="5963242"/>
              <a:ext cx="456256" cy="456256"/>
              <a:chOff x="0" y="0"/>
              <a:chExt cx="812800" cy="812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 rot="553339">
              <a:off x="7583" y="6094485"/>
              <a:ext cx="543138" cy="138439"/>
              <a:chOff x="0" y="0"/>
              <a:chExt cx="147751" cy="376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279152" y="11296281"/>
              <a:ext cx="456256" cy="456256"/>
              <a:chOff x="0" y="0"/>
              <a:chExt cx="812800" cy="8128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 rot="553339">
              <a:off x="7583" y="11427524"/>
              <a:ext cx="543138" cy="138439"/>
              <a:chOff x="0" y="0"/>
              <a:chExt cx="147751" cy="3766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279152" y="7296502"/>
              <a:ext cx="456256" cy="456256"/>
              <a:chOff x="0" y="0"/>
              <a:chExt cx="812800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 rot="553339">
              <a:off x="7583" y="7427745"/>
              <a:ext cx="543138" cy="138439"/>
              <a:chOff x="0" y="0"/>
              <a:chExt cx="147751" cy="3766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279152" y="12629540"/>
              <a:ext cx="456256" cy="456256"/>
              <a:chOff x="0" y="0"/>
              <a:chExt cx="812800" cy="812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 rot="553339">
              <a:off x="7583" y="12760783"/>
              <a:ext cx="543138" cy="138439"/>
              <a:chOff x="0" y="0"/>
              <a:chExt cx="147751" cy="3766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1314038" y="3033692"/>
            <a:ext cx="10849052" cy="3910571"/>
            <a:chOff x="-68683" y="486722"/>
            <a:chExt cx="14465403" cy="5214096"/>
          </a:xfrm>
        </p:grpSpPr>
        <p:sp>
          <p:nvSpPr>
            <p:cNvPr id="71" name="TextBox 71"/>
            <p:cNvSpPr txBox="1"/>
            <p:nvPr/>
          </p:nvSpPr>
          <p:spPr>
            <a:xfrm>
              <a:off x="-46350" y="3239789"/>
              <a:ext cx="13563120" cy="9848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zh-CN" altLang="en-US" sz="4800" dirty="0"/>
                <a:t>融合</a:t>
              </a:r>
              <a:r>
                <a:rPr lang="en-US" altLang="zh-CN" sz="4800" dirty="0"/>
                <a:t>DSL</a:t>
              </a:r>
              <a:r>
                <a:rPr lang="zh-CN" altLang="en-US" sz="4800" dirty="0"/>
                <a:t>与</a:t>
              </a:r>
              <a:r>
                <a:rPr lang="en-US" altLang="zh-CN" sz="4800" dirty="0"/>
                <a:t>LLM</a:t>
              </a:r>
              <a:r>
                <a:rPr lang="zh-CN" altLang="en-US" sz="4800" dirty="0"/>
                <a:t>的智能待办管理软件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4535805"/>
              <a:ext cx="14396720" cy="11650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6815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Beijing University of Posts and Telecommunications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-68683" y="486722"/>
              <a:ext cx="13563120" cy="24039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15675"/>
                </a:lnSpc>
                <a:spcBef>
                  <a:spcPct val="0"/>
                </a:spcBef>
              </a:pPr>
              <a:r>
                <a:rPr lang="en-US" altLang="zh-CN" sz="9600" dirty="0"/>
                <a:t>DSL-</a:t>
              </a:r>
              <a:r>
                <a:rPr lang="en-US" altLang="zh-CN" sz="9600" dirty="0" err="1"/>
                <a:t>TododList</a:t>
              </a:r>
              <a:endParaRPr lang="zh-CN" altLang="en-US" sz="11195" b="1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4" name="AutoShape 74"/>
            <p:cNvSpPr/>
            <p:nvPr/>
          </p:nvSpPr>
          <p:spPr>
            <a:xfrm>
              <a:off x="0" y="4701723"/>
              <a:ext cx="12645184" cy="0"/>
            </a:xfrm>
            <a:prstGeom prst="line">
              <a:avLst/>
            </a:prstGeom>
            <a:ln w="50800" cap="flat">
              <a:solidFill>
                <a:srgbClr val="004AA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1365550" y="7384485"/>
            <a:ext cx="2539903" cy="517754"/>
            <a:chOff x="0" y="0"/>
            <a:chExt cx="3386538" cy="690339"/>
          </a:xfrm>
        </p:grpSpPr>
        <p:grpSp>
          <p:nvGrpSpPr>
            <p:cNvPr id="77" name="Group 77"/>
            <p:cNvGrpSpPr/>
            <p:nvPr/>
          </p:nvGrpSpPr>
          <p:grpSpPr>
            <a:xfrm>
              <a:off x="0" y="0"/>
              <a:ext cx="3386538" cy="690339"/>
              <a:chOff x="0" y="0"/>
              <a:chExt cx="668946" cy="136363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668946" cy="136363"/>
              </a:xfrm>
              <a:custGeom>
                <a:avLst/>
                <a:gdLst/>
                <a:ahLst/>
                <a:cxnLst/>
                <a:rect l="l" t="t" r="r" b="b"/>
                <a:pathLst>
                  <a:path w="668946" h="136363">
                    <a:moveTo>
                      <a:pt x="48770" y="0"/>
                    </a:moveTo>
                    <a:lnTo>
                      <a:pt x="620176" y="0"/>
                    </a:lnTo>
                    <a:cubicBezTo>
                      <a:pt x="647111" y="0"/>
                      <a:pt x="668946" y="21835"/>
                      <a:pt x="668946" y="48770"/>
                    </a:cubicBezTo>
                    <a:lnTo>
                      <a:pt x="668946" y="87593"/>
                    </a:lnTo>
                    <a:cubicBezTo>
                      <a:pt x="668946" y="100528"/>
                      <a:pt x="663807" y="112933"/>
                      <a:pt x="654661" y="122079"/>
                    </a:cubicBezTo>
                    <a:cubicBezTo>
                      <a:pt x="645515" y="131225"/>
                      <a:pt x="633110" y="136363"/>
                      <a:pt x="620176" y="136363"/>
                    </a:cubicBezTo>
                    <a:lnTo>
                      <a:pt x="48770" y="136363"/>
                    </a:lnTo>
                    <a:cubicBezTo>
                      <a:pt x="21835" y="136363"/>
                      <a:pt x="0" y="114528"/>
                      <a:pt x="0" y="87593"/>
                    </a:cubicBezTo>
                    <a:lnTo>
                      <a:pt x="0" y="48770"/>
                    </a:lnTo>
                    <a:cubicBezTo>
                      <a:pt x="0" y="21835"/>
                      <a:pt x="21835" y="0"/>
                      <a:pt x="48770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190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0" y="-28575"/>
                <a:ext cx="668946" cy="1649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80" name="TextBox 80"/>
            <p:cNvSpPr txBox="1"/>
            <p:nvPr/>
          </p:nvSpPr>
          <p:spPr>
            <a:xfrm>
              <a:off x="284594" y="154786"/>
              <a:ext cx="2817349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15"/>
                </a:lnSpc>
                <a:spcBef>
                  <a:spcPct val="0"/>
                </a:spcBef>
              </a:pPr>
              <a:r>
                <a:rPr lang="zh-CN" altLang="en-US" sz="20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汇报</a:t>
              </a:r>
              <a:r>
                <a:rPr lang="en-US" sz="20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人：</a:t>
              </a:r>
              <a:r>
                <a:rPr lang="zh-CN" altLang="en-US" sz="20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杜昊阳</a:t>
              </a:r>
              <a:endParaRPr 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283244" y="7384485"/>
            <a:ext cx="2863584" cy="517754"/>
            <a:chOff x="0" y="0"/>
            <a:chExt cx="3818112" cy="690339"/>
          </a:xfrm>
        </p:grpSpPr>
        <p:grpSp>
          <p:nvGrpSpPr>
            <p:cNvPr id="82" name="Group 82"/>
            <p:cNvGrpSpPr/>
            <p:nvPr/>
          </p:nvGrpSpPr>
          <p:grpSpPr>
            <a:xfrm>
              <a:off x="0" y="0"/>
              <a:ext cx="3818112" cy="690339"/>
              <a:chOff x="0" y="0"/>
              <a:chExt cx="754195" cy="13636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754195" cy="136363"/>
              </a:xfrm>
              <a:custGeom>
                <a:avLst/>
                <a:gdLst/>
                <a:ahLst/>
                <a:cxnLst/>
                <a:rect l="l" t="t" r="r" b="b"/>
                <a:pathLst>
                  <a:path w="754195" h="136363">
                    <a:moveTo>
                      <a:pt x="43257" y="0"/>
                    </a:moveTo>
                    <a:lnTo>
                      <a:pt x="710938" y="0"/>
                    </a:lnTo>
                    <a:cubicBezTo>
                      <a:pt x="722410" y="0"/>
                      <a:pt x="733413" y="4557"/>
                      <a:pt x="741525" y="12670"/>
                    </a:cubicBezTo>
                    <a:cubicBezTo>
                      <a:pt x="749638" y="20782"/>
                      <a:pt x="754195" y="31785"/>
                      <a:pt x="754195" y="43257"/>
                    </a:cubicBezTo>
                    <a:lnTo>
                      <a:pt x="754195" y="93106"/>
                    </a:lnTo>
                    <a:cubicBezTo>
                      <a:pt x="754195" y="104578"/>
                      <a:pt x="749638" y="115581"/>
                      <a:pt x="741525" y="123693"/>
                    </a:cubicBezTo>
                    <a:cubicBezTo>
                      <a:pt x="733413" y="131806"/>
                      <a:pt x="722410" y="136363"/>
                      <a:pt x="710938" y="136363"/>
                    </a:cubicBezTo>
                    <a:lnTo>
                      <a:pt x="43257" y="136363"/>
                    </a:lnTo>
                    <a:cubicBezTo>
                      <a:pt x="31785" y="136363"/>
                      <a:pt x="20782" y="131806"/>
                      <a:pt x="12670" y="123693"/>
                    </a:cubicBezTo>
                    <a:cubicBezTo>
                      <a:pt x="4557" y="115581"/>
                      <a:pt x="0" y="104578"/>
                      <a:pt x="0" y="93106"/>
                    </a:cubicBezTo>
                    <a:lnTo>
                      <a:pt x="0" y="43257"/>
                    </a:lnTo>
                    <a:cubicBezTo>
                      <a:pt x="0" y="31785"/>
                      <a:pt x="4557" y="20782"/>
                      <a:pt x="12670" y="12670"/>
                    </a:cubicBezTo>
                    <a:cubicBezTo>
                      <a:pt x="20782" y="4557"/>
                      <a:pt x="31785" y="0"/>
                      <a:pt x="4325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0" y="-28575"/>
                <a:ext cx="754195" cy="1649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85" name="TextBox 85"/>
            <p:cNvSpPr txBox="1"/>
            <p:nvPr/>
          </p:nvSpPr>
          <p:spPr>
            <a:xfrm>
              <a:off x="320862" y="154786"/>
              <a:ext cx="3176388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15"/>
                </a:lnSpc>
                <a:spcBef>
                  <a:spcPct val="0"/>
                </a:spcBef>
              </a:pPr>
              <a:r>
                <a:rPr lang="zh-CN" altLang="en-US" sz="2000" dirty="0">
                  <a:solidFill>
                    <a:srgbClr val="54545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时间</a:t>
              </a:r>
              <a:r>
                <a:rPr lang="en-US" sz="2000" dirty="0">
                  <a:solidFill>
                    <a:srgbClr val="54545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：12</a:t>
              </a:r>
              <a:r>
                <a:rPr lang="zh-CN" altLang="en-US" sz="2000" dirty="0">
                  <a:solidFill>
                    <a:srgbClr val="54545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月</a:t>
              </a:r>
              <a:r>
                <a:rPr lang="en-US" altLang="zh-CN" sz="2000" dirty="0">
                  <a:solidFill>
                    <a:srgbClr val="54545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5</a:t>
              </a:r>
              <a:r>
                <a:rPr lang="zh-CN" altLang="en-US" sz="2000" dirty="0">
                  <a:solidFill>
                    <a:srgbClr val="54545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日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1537891" y="-510527"/>
            <a:ext cx="11442818" cy="11442818"/>
            <a:chOff x="0" y="0"/>
            <a:chExt cx="15257091" cy="15257091"/>
          </a:xfrm>
        </p:grpSpPr>
        <p:grpSp>
          <p:nvGrpSpPr>
            <p:cNvPr id="87" name="Group 87"/>
            <p:cNvGrpSpPr/>
            <p:nvPr/>
          </p:nvGrpSpPr>
          <p:grpSpPr>
            <a:xfrm>
              <a:off x="0" y="0"/>
              <a:ext cx="15257091" cy="15257091"/>
              <a:chOff x="0" y="0"/>
              <a:chExt cx="812800" cy="8128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91" name="Freeform 91"/>
            <p:cNvSpPr/>
            <p:nvPr/>
          </p:nvSpPr>
          <p:spPr>
            <a:xfrm>
              <a:off x="1892483" y="1314569"/>
              <a:ext cx="12627951" cy="12627951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93" name="Freeform 30"/>
          <p:cNvSpPr/>
          <p:nvPr/>
        </p:nvSpPr>
        <p:spPr>
          <a:xfrm>
            <a:off x="1143000" y="1669772"/>
            <a:ext cx="3949284" cy="1187752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96" name="图片 95">
            <a:extLst>
              <a:ext uri="{FF2B5EF4-FFF2-40B4-BE49-F238E27FC236}">
                <a16:creationId xmlns:a16="http://schemas.microsoft.com/office/drawing/2014/main" id="{0AE2119F-97E0-4CB8-96B4-E2A7145AFC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522" y="2862770"/>
            <a:ext cx="10146878" cy="456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476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91763" y="10125733"/>
            <a:ext cx="18288000" cy="161267"/>
            <a:chOff x="0" y="0"/>
            <a:chExt cx="4816593" cy="424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2474"/>
            </a:xfrm>
            <a:custGeom>
              <a:avLst/>
              <a:gdLst/>
              <a:ahLst/>
              <a:cxnLst/>
              <a:rect l="l" t="t" r="r" b="b"/>
              <a:pathLst>
                <a:path w="4816592" h="42474">
                  <a:moveTo>
                    <a:pt x="0" y="0"/>
                  </a:moveTo>
                  <a:lnTo>
                    <a:pt x="4816592" y="0"/>
                  </a:lnTo>
                  <a:lnTo>
                    <a:pt x="4816592" y="42474"/>
                  </a:lnTo>
                  <a:lnTo>
                    <a:pt x="0" y="4247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805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0" y="-41068"/>
            <a:ext cx="174622" cy="10328068"/>
            <a:chOff x="0" y="0"/>
            <a:chExt cx="45991" cy="2720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991" cy="2720150"/>
            </a:xfrm>
            <a:custGeom>
              <a:avLst/>
              <a:gdLst/>
              <a:ahLst/>
              <a:cxnLst/>
              <a:rect l="l" t="t" r="r" b="b"/>
              <a:pathLst>
                <a:path w="45991" h="2720150">
                  <a:moveTo>
                    <a:pt x="0" y="0"/>
                  </a:moveTo>
                  <a:lnTo>
                    <a:pt x="45991" y="0"/>
                  </a:lnTo>
                  <a:lnTo>
                    <a:pt x="45991" y="2720150"/>
                  </a:lnTo>
                  <a:lnTo>
                    <a:pt x="0" y="272015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5991" cy="2758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91763" y="0"/>
            <a:ext cx="18288000" cy="161267"/>
            <a:chOff x="0" y="0"/>
            <a:chExt cx="4816593" cy="424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42474"/>
            </a:xfrm>
            <a:custGeom>
              <a:avLst/>
              <a:gdLst/>
              <a:ahLst/>
              <a:cxnLst/>
              <a:rect l="l" t="t" r="r" b="b"/>
              <a:pathLst>
                <a:path w="4816592" h="42474">
                  <a:moveTo>
                    <a:pt x="0" y="0"/>
                  </a:moveTo>
                  <a:lnTo>
                    <a:pt x="4816592" y="0"/>
                  </a:lnTo>
                  <a:lnTo>
                    <a:pt x="4816592" y="42474"/>
                  </a:lnTo>
                  <a:lnTo>
                    <a:pt x="0" y="4247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16593" cy="805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7828206" y="9472155"/>
            <a:ext cx="342192" cy="34219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-10246660">
            <a:off x="17966721" y="9612086"/>
            <a:ext cx="407354" cy="103829"/>
            <a:chOff x="0" y="0"/>
            <a:chExt cx="147751" cy="376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7751" cy="37660"/>
            </a:xfrm>
            <a:custGeom>
              <a:avLst/>
              <a:gdLst/>
              <a:ahLst/>
              <a:cxnLst/>
              <a:rect l="l" t="t" r="r" b="b"/>
              <a:pathLst>
                <a:path w="147751" h="37660">
                  <a:moveTo>
                    <a:pt x="0" y="0"/>
                  </a:moveTo>
                  <a:lnTo>
                    <a:pt x="147751" y="0"/>
                  </a:lnTo>
                  <a:lnTo>
                    <a:pt x="147751" y="37660"/>
                  </a:lnTo>
                  <a:lnTo>
                    <a:pt x="0" y="3766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47751" cy="7576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7828206" y="7472266"/>
            <a:ext cx="342192" cy="34219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 rot="-10246660">
            <a:off x="17966721" y="7612197"/>
            <a:ext cx="407354" cy="103829"/>
            <a:chOff x="0" y="0"/>
            <a:chExt cx="147751" cy="376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7751" cy="37660"/>
            </a:xfrm>
            <a:custGeom>
              <a:avLst/>
              <a:gdLst/>
              <a:ahLst/>
              <a:cxnLst/>
              <a:rect l="l" t="t" r="r" b="b"/>
              <a:pathLst>
                <a:path w="147751" h="37660">
                  <a:moveTo>
                    <a:pt x="0" y="0"/>
                  </a:moveTo>
                  <a:lnTo>
                    <a:pt x="147751" y="0"/>
                  </a:lnTo>
                  <a:lnTo>
                    <a:pt x="147751" y="37660"/>
                  </a:lnTo>
                  <a:lnTo>
                    <a:pt x="0" y="3766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47751" cy="7576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 rot="-10800000">
            <a:off x="17828206" y="3472487"/>
            <a:ext cx="342192" cy="34219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 rot="-10246660">
            <a:off x="17966721" y="3612418"/>
            <a:ext cx="407354" cy="103829"/>
            <a:chOff x="0" y="0"/>
            <a:chExt cx="147751" cy="376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7751" cy="37660"/>
            </a:xfrm>
            <a:custGeom>
              <a:avLst/>
              <a:gdLst/>
              <a:ahLst/>
              <a:cxnLst/>
              <a:rect l="l" t="t" r="r" b="b"/>
              <a:pathLst>
                <a:path w="147751" h="37660">
                  <a:moveTo>
                    <a:pt x="0" y="0"/>
                  </a:moveTo>
                  <a:lnTo>
                    <a:pt x="147751" y="0"/>
                  </a:lnTo>
                  <a:lnTo>
                    <a:pt x="147751" y="37660"/>
                  </a:lnTo>
                  <a:lnTo>
                    <a:pt x="0" y="3766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47751" cy="7576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-10800000">
            <a:off x="17828206" y="6472321"/>
            <a:ext cx="342192" cy="342192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 rot="-10246660">
            <a:off x="17966721" y="6612252"/>
            <a:ext cx="407354" cy="103829"/>
            <a:chOff x="0" y="0"/>
            <a:chExt cx="147751" cy="376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7751" cy="37660"/>
            </a:xfrm>
            <a:custGeom>
              <a:avLst/>
              <a:gdLst/>
              <a:ahLst/>
              <a:cxnLst/>
              <a:rect l="l" t="t" r="r" b="b"/>
              <a:pathLst>
                <a:path w="147751" h="37660">
                  <a:moveTo>
                    <a:pt x="0" y="0"/>
                  </a:moveTo>
                  <a:lnTo>
                    <a:pt x="147751" y="0"/>
                  </a:lnTo>
                  <a:lnTo>
                    <a:pt x="147751" y="37660"/>
                  </a:lnTo>
                  <a:lnTo>
                    <a:pt x="0" y="3766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47751" cy="7576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-10800000">
            <a:off x="17828206" y="2472542"/>
            <a:ext cx="342192" cy="342192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 rot="-10246660">
            <a:off x="17966721" y="2612473"/>
            <a:ext cx="407354" cy="103829"/>
            <a:chOff x="0" y="0"/>
            <a:chExt cx="147751" cy="376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7751" cy="37660"/>
            </a:xfrm>
            <a:custGeom>
              <a:avLst/>
              <a:gdLst/>
              <a:ahLst/>
              <a:cxnLst/>
              <a:rect l="l" t="t" r="r" b="b"/>
              <a:pathLst>
                <a:path w="147751" h="37660">
                  <a:moveTo>
                    <a:pt x="0" y="0"/>
                  </a:moveTo>
                  <a:lnTo>
                    <a:pt x="147751" y="0"/>
                  </a:lnTo>
                  <a:lnTo>
                    <a:pt x="147751" y="37660"/>
                  </a:lnTo>
                  <a:lnTo>
                    <a:pt x="0" y="3766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47751" cy="7576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 rot="-10800000">
            <a:off x="17828206" y="8472211"/>
            <a:ext cx="342192" cy="342192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 rot="-10246660">
            <a:off x="17966721" y="8612141"/>
            <a:ext cx="407354" cy="103829"/>
            <a:chOff x="0" y="0"/>
            <a:chExt cx="147751" cy="3766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47751" cy="37660"/>
            </a:xfrm>
            <a:custGeom>
              <a:avLst/>
              <a:gdLst/>
              <a:ahLst/>
              <a:cxnLst/>
              <a:rect l="l" t="t" r="r" b="b"/>
              <a:pathLst>
                <a:path w="147751" h="37660">
                  <a:moveTo>
                    <a:pt x="0" y="0"/>
                  </a:moveTo>
                  <a:lnTo>
                    <a:pt x="147751" y="0"/>
                  </a:lnTo>
                  <a:lnTo>
                    <a:pt x="147751" y="37660"/>
                  </a:lnTo>
                  <a:lnTo>
                    <a:pt x="0" y="3766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47751" cy="7576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 rot="-10800000">
            <a:off x="17828206" y="5472376"/>
            <a:ext cx="342192" cy="342192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 rot="-10246660">
            <a:off x="17966721" y="5612307"/>
            <a:ext cx="407354" cy="103829"/>
            <a:chOff x="0" y="0"/>
            <a:chExt cx="147751" cy="3766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47751" cy="37660"/>
            </a:xfrm>
            <a:custGeom>
              <a:avLst/>
              <a:gdLst/>
              <a:ahLst/>
              <a:cxnLst/>
              <a:rect l="l" t="t" r="r" b="b"/>
              <a:pathLst>
                <a:path w="147751" h="37660">
                  <a:moveTo>
                    <a:pt x="0" y="0"/>
                  </a:moveTo>
                  <a:lnTo>
                    <a:pt x="147751" y="0"/>
                  </a:lnTo>
                  <a:lnTo>
                    <a:pt x="147751" y="37660"/>
                  </a:lnTo>
                  <a:lnTo>
                    <a:pt x="0" y="3766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147751" cy="7576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 rot="-10800000">
            <a:off x="17828206" y="1472597"/>
            <a:ext cx="342192" cy="342192"/>
            <a:chOff x="0" y="0"/>
            <a:chExt cx="812800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 rot="-10246660">
            <a:off x="17966721" y="1612528"/>
            <a:ext cx="407354" cy="103829"/>
            <a:chOff x="0" y="0"/>
            <a:chExt cx="147751" cy="3766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47751" cy="37660"/>
            </a:xfrm>
            <a:custGeom>
              <a:avLst/>
              <a:gdLst/>
              <a:ahLst/>
              <a:cxnLst/>
              <a:rect l="l" t="t" r="r" b="b"/>
              <a:pathLst>
                <a:path w="147751" h="37660">
                  <a:moveTo>
                    <a:pt x="0" y="0"/>
                  </a:moveTo>
                  <a:lnTo>
                    <a:pt x="147751" y="0"/>
                  </a:lnTo>
                  <a:lnTo>
                    <a:pt x="147751" y="37660"/>
                  </a:lnTo>
                  <a:lnTo>
                    <a:pt x="0" y="3766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147751" cy="7576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 rot="-10800000">
            <a:off x="17828206" y="4472431"/>
            <a:ext cx="342192" cy="342192"/>
            <a:chOff x="0" y="0"/>
            <a:chExt cx="812800" cy="812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 rot="-10246660">
            <a:off x="17966721" y="4612362"/>
            <a:ext cx="407354" cy="103829"/>
            <a:chOff x="0" y="0"/>
            <a:chExt cx="147751" cy="3766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47751" cy="37660"/>
            </a:xfrm>
            <a:custGeom>
              <a:avLst/>
              <a:gdLst/>
              <a:ahLst/>
              <a:cxnLst/>
              <a:rect l="l" t="t" r="r" b="b"/>
              <a:pathLst>
                <a:path w="147751" h="37660">
                  <a:moveTo>
                    <a:pt x="0" y="0"/>
                  </a:moveTo>
                  <a:lnTo>
                    <a:pt x="147751" y="0"/>
                  </a:lnTo>
                  <a:lnTo>
                    <a:pt x="147751" y="37660"/>
                  </a:lnTo>
                  <a:lnTo>
                    <a:pt x="0" y="3766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147751" cy="7576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 rot="-10800000">
            <a:off x="17828206" y="472652"/>
            <a:ext cx="342192" cy="342192"/>
            <a:chOff x="0" y="0"/>
            <a:chExt cx="812800" cy="8128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 rot="-10246660">
            <a:off x="17966721" y="612583"/>
            <a:ext cx="407354" cy="103829"/>
            <a:chOff x="0" y="0"/>
            <a:chExt cx="147751" cy="3766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47751" cy="37660"/>
            </a:xfrm>
            <a:custGeom>
              <a:avLst/>
              <a:gdLst/>
              <a:ahLst/>
              <a:cxnLst/>
              <a:rect l="l" t="t" r="r" b="b"/>
              <a:pathLst>
                <a:path w="147751" h="37660">
                  <a:moveTo>
                    <a:pt x="0" y="0"/>
                  </a:moveTo>
                  <a:lnTo>
                    <a:pt x="147751" y="0"/>
                  </a:lnTo>
                  <a:lnTo>
                    <a:pt x="147751" y="37660"/>
                  </a:lnTo>
                  <a:lnTo>
                    <a:pt x="0" y="3766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147751" cy="75760"/>
            </a:xfrm>
            <a:prstGeom prst="rect">
              <a:avLst/>
            </a:prstGeom>
          </p:spPr>
          <p:txBody>
            <a:bodyPr lIns="36888" tIns="36888" rIns="36888" bIns="36888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-127057" y="-1179666"/>
            <a:ext cx="4416731" cy="4416731"/>
            <a:chOff x="0" y="0"/>
            <a:chExt cx="5888975" cy="5888975"/>
          </a:xfrm>
        </p:grpSpPr>
        <p:grpSp>
          <p:nvGrpSpPr>
            <p:cNvPr id="73" name="Group 73"/>
            <p:cNvGrpSpPr/>
            <p:nvPr/>
          </p:nvGrpSpPr>
          <p:grpSpPr>
            <a:xfrm>
              <a:off x="0" y="0"/>
              <a:ext cx="5888975" cy="5888975"/>
              <a:chOff x="0" y="0"/>
              <a:chExt cx="812800" cy="8128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19608" tIns="19608" rIns="19608" bIns="1960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730466" y="507401"/>
              <a:ext cx="4874172" cy="4874172"/>
              <a:chOff x="0" y="0"/>
              <a:chExt cx="812800" cy="8128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3"/>
                <a:stretch>
                  <a:fillRect/>
                </a:stretch>
              </a:blipFill>
            </p:spPr>
          </p:sp>
        </p:grpSp>
        <p:sp>
          <p:nvSpPr>
            <p:cNvPr id="78" name="Freeform 78"/>
            <p:cNvSpPr/>
            <p:nvPr/>
          </p:nvSpPr>
          <p:spPr>
            <a:xfrm>
              <a:off x="1769821" y="2260953"/>
              <a:ext cx="2795462" cy="1803073"/>
            </a:xfrm>
            <a:custGeom>
              <a:avLst/>
              <a:gdLst/>
              <a:ahLst/>
              <a:cxnLst/>
              <a:rect l="l" t="t" r="r" b="b"/>
              <a:pathLst>
                <a:path w="2795462" h="1803073">
                  <a:moveTo>
                    <a:pt x="0" y="0"/>
                  </a:moveTo>
                  <a:lnTo>
                    <a:pt x="2795462" y="0"/>
                  </a:lnTo>
                  <a:lnTo>
                    <a:pt x="2795462" y="1803073"/>
                  </a:lnTo>
                  <a:lnTo>
                    <a:pt x="0" y="180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79" name="Group 79"/>
          <p:cNvGrpSpPr/>
          <p:nvPr/>
        </p:nvGrpSpPr>
        <p:grpSpPr>
          <a:xfrm>
            <a:off x="651912" y="2426905"/>
            <a:ext cx="6584649" cy="6584649"/>
            <a:chOff x="0" y="0"/>
            <a:chExt cx="8779532" cy="8779532"/>
          </a:xfrm>
        </p:grpSpPr>
        <p:grpSp>
          <p:nvGrpSpPr>
            <p:cNvPr id="80" name="Group 80"/>
            <p:cNvGrpSpPr/>
            <p:nvPr/>
          </p:nvGrpSpPr>
          <p:grpSpPr>
            <a:xfrm>
              <a:off x="0" y="0"/>
              <a:ext cx="8779532" cy="8779532"/>
              <a:chOff x="0" y="0"/>
              <a:chExt cx="812800" cy="8128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29232" tIns="29232" rIns="29232" bIns="29232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378228" y="378228"/>
              <a:ext cx="8023076" cy="8023076"/>
              <a:chOff x="0" y="0"/>
              <a:chExt cx="812800" cy="8128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3"/>
                <a:stretch>
                  <a:fillRect/>
                </a:stretch>
              </a:blipFill>
            </p:spPr>
          </p:sp>
        </p:grpSp>
      </p:grpSp>
      <p:grpSp>
        <p:nvGrpSpPr>
          <p:cNvPr id="85" name="Group 85"/>
          <p:cNvGrpSpPr/>
          <p:nvPr/>
        </p:nvGrpSpPr>
        <p:grpSpPr>
          <a:xfrm>
            <a:off x="1617637" y="4451403"/>
            <a:ext cx="4309587" cy="2550107"/>
            <a:chOff x="0" y="-228600"/>
            <a:chExt cx="5746116" cy="3400143"/>
          </a:xfrm>
        </p:grpSpPr>
        <p:sp>
          <p:nvSpPr>
            <p:cNvPr id="86" name="TextBox 86"/>
            <p:cNvSpPr txBox="1"/>
            <p:nvPr/>
          </p:nvSpPr>
          <p:spPr>
            <a:xfrm>
              <a:off x="0" y="-228600"/>
              <a:ext cx="5746116" cy="2771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215"/>
                </a:lnSpc>
              </a:pPr>
              <a:r>
                <a:rPr lang="en-US" sz="11585" b="1">
                  <a:solidFill>
                    <a:srgbClr val="3434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目录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1868131"/>
              <a:ext cx="5746116" cy="1303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00"/>
                </a:lnSpc>
              </a:pPr>
              <a:r>
                <a:rPr lang="en-US" sz="536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contents</a:t>
              </a:r>
            </a:p>
          </p:txBody>
        </p:sp>
      </p:grpSp>
      <p:grpSp>
        <p:nvGrpSpPr>
          <p:cNvPr id="88" name="Group 88"/>
          <p:cNvGrpSpPr/>
          <p:nvPr>
            <p:custDataLst>
              <p:tags r:id="rId1"/>
            </p:custDataLst>
          </p:nvPr>
        </p:nvGrpSpPr>
        <p:grpSpPr>
          <a:xfrm>
            <a:off x="9809242" y="1583908"/>
            <a:ext cx="5906145" cy="1305650"/>
            <a:chOff x="0" y="-9243"/>
            <a:chExt cx="7874860" cy="1740866"/>
          </a:xfrm>
        </p:grpSpPr>
        <p:grpSp>
          <p:nvGrpSpPr>
            <p:cNvPr id="89" name="Group 89"/>
            <p:cNvGrpSpPr/>
            <p:nvPr/>
          </p:nvGrpSpPr>
          <p:grpSpPr>
            <a:xfrm>
              <a:off x="184209" y="184209"/>
              <a:ext cx="1363205" cy="1363205"/>
              <a:chOff x="0" y="0"/>
              <a:chExt cx="812800" cy="812800"/>
            </a:xfrm>
          </p:grpSpPr>
          <p:sp>
            <p:nvSpPr>
              <p:cNvPr id="90" name="Freeform 90"/>
              <p:cNvSpPr/>
              <p:nvPr>
                <p:custDataLst>
                  <p:tags r:id="rId20"/>
                </p:custDataLst>
              </p:nvPr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0" y="0"/>
              <a:ext cx="1731623" cy="1731623"/>
              <a:chOff x="0" y="0"/>
              <a:chExt cx="812800" cy="812800"/>
            </a:xfrm>
          </p:grpSpPr>
          <p:sp>
            <p:nvSpPr>
              <p:cNvPr id="93" name="Freeform 93"/>
              <p:cNvSpPr/>
              <p:nvPr>
                <p:custDataLst>
                  <p:tags r:id="rId19"/>
                </p:custDataLst>
              </p:nvPr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95" name="TextBox 95"/>
            <p:cNvSpPr txBox="1"/>
            <p:nvPr>
              <p:custDataLst>
                <p:tags r:id="rId17"/>
              </p:custDataLst>
            </p:nvPr>
          </p:nvSpPr>
          <p:spPr>
            <a:xfrm>
              <a:off x="315370" y="279985"/>
              <a:ext cx="1100883" cy="1007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42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01</a:t>
              </a:r>
            </a:p>
          </p:txBody>
        </p:sp>
        <p:sp>
          <p:nvSpPr>
            <p:cNvPr id="96" name="TextBox 96"/>
            <p:cNvSpPr txBox="1"/>
            <p:nvPr>
              <p:custDataLst>
                <p:tags r:id="rId18"/>
              </p:custDataLst>
            </p:nvPr>
          </p:nvSpPr>
          <p:spPr>
            <a:xfrm>
              <a:off x="2226923" y="-9243"/>
              <a:ext cx="5647937" cy="1106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zh-CN" altLang="en-US" sz="45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项目概述</a:t>
              </a:r>
            </a:p>
          </p:txBody>
        </p:sp>
      </p:grpSp>
      <p:grpSp>
        <p:nvGrpSpPr>
          <p:cNvPr id="98" name="Group 98"/>
          <p:cNvGrpSpPr/>
          <p:nvPr>
            <p:custDataLst>
              <p:tags r:id="rId2"/>
            </p:custDataLst>
          </p:nvPr>
        </p:nvGrpSpPr>
        <p:grpSpPr>
          <a:xfrm>
            <a:off x="9809242" y="3444792"/>
            <a:ext cx="5906145" cy="1305650"/>
            <a:chOff x="0" y="-9243"/>
            <a:chExt cx="7874860" cy="1740866"/>
          </a:xfrm>
        </p:grpSpPr>
        <p:grpSp>
          <p:nvGrpSpPr>
            <p:cNvPr id="99" name="Group 99"/>
            <p:cNvGrpSpPr/>
            <p:nvPr/>
          </p:nvGrpSpPr>
          <p:grpSpPr>
            <a:xfrm>
              <a:off x="184209" y="184209"/>
              <a:ext cx="1363205" cy="1363205"/>
              <a:chOff x="0" y="0"/>
              <a:chExt cx="812800" cy="812800"/>
            </a:xfrm>
          </p:grpSpPr>
          <p:sp>
            <p:nvSpPr>
              <p:cNvPr id="100" name="Freeform 100"/>
              <p:cNvSpPr/>
              <p:nvPr>
                <p:custDataLst>
                  <p:tags r:id="rId16"/>
                </p:custDataLst>
              </p:nvPr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0" y="0"/>
              <a:ext cx="1731623" cy="1731623"/>
              <a:chOff x="0" y="0"/>
              <a:chExt cx="812800" cy="812800"/>
            </a:xfrm>
          </p:grpSpPr>
          <p:sp>
            <p:nvSpPr>
              <p:cNvPr id="103" name="Freeform 103"/>
              <p:cNvSpPr/>
              <p:nvPr>
                <p:custDataLst>
                  <p:tags r:id="rId15"/>
                </p:custDataLst>
              </p:nvPr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105" name="TextBox 105"/>
            <p:cNvSpPr txBox="1"/>
            <p:nvPr>
              <p:custDataLst>
                <p:tags r:id="rId13"/>
              </p:custDataLst>
            </p:nvPr>
          </p:nvSpPr>
          <p:spPr>
            <a:xfrm>
              <a:off x="315370" y="279985"/>
              <a:ext cx="1100883" cy="1007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42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02</a:t>
              </a:r>
            </a:p>
          </p:txBody>
        </p:sp>
        <p:sp>
          <p:nvSpPr>
            <p:cNvPr id="106" name="TextBox 106"/>
            <p:cNvSpPr txBox="1"/>
            <p:nvPr>
              <p:custDataLst>
                <p:tags r:id="rId14"/>
              </p:custDataLst>
            </p:nvPr>
          </p:nvSpPr>
          <p:spPr>
            <a:xfrm>
              <a:off x="2226923" y="-9243"/>
              <a:ext cx="5647937" cy="1106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zh-CN" altLang="en-US" sz="45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流程介绍</a:t>
              </a:r>
              <a:endParaRPr lang="en-US" sz="45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108" name="Group 108"/>
          <p:cNvGrpSpPr/>
          <p:nvPr>
            <p:custDataLst>
              <p:tags r:id="rId3"/>
            </p:custDataLst>
          </p:nvPr>
        </p:nvGrpSpPr>
        <p:grpSpPr>
          <a:xfrm>
            <a:off x="9809242" y="5305677"/>
            <a:ext cx="5906145" cy="1305650"/>
            <a:chOff x="0" y="-9243"/>
            <a:chExt cx="7874860" cy="1740866"/>
          </a:xfrm>
        </p:grpSpPr>
        <p:grpSp>
          <p:nvGrpSpPr>
            <p:cNvPr id="109" name="Group 109"/>
            <p:cNvGrpSpPr/>
            <p:nvPr/>
          </p:nvGrpSpPr>
          <p:grpSpPr>
            <a:xfrm>
              <a:off x="184209" y="184209"/>
              <a:ext cx="1363205" cy="1363205"/>
              <a:chOff x="0" y="0"/>
              <a:chExt cx="812800" cy="812800"/>
            </a:xfrm>
          </p:grpSpPr>
          <p:sp>
            <p:nvSpPr>
              <p:cNvPr id="110" name="Freeform 110"/>
              <p:cNvSpPr/>
              <p:nvPr>
                <p:custDataLst>
                  <p:tags r:id="rId12"/>
                </p:custDataLst>
              </p:nvPr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0" y="0"/>
              <a:ext cx="1731623" cy="1731623"/>
              <a:chOff x="0" y="0"/>
              <a:chExt cx="812800" cy="812800"/>
            </a:xfrm>
          </p:grpSpPr>
          <p:sp>
            <p:nvSpPr>
              <p:cNvPr id="113" name="Freeform 113"/>
              <p:cNvSpPr/>
              <p:nvPr>
                <p:custDataLst>
                  <p:tags r:id="rId11"/>
                </p:custDataLst>
              </p:nvPr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115" name="TextBox 115"/>
            <p:cNvSpPr txBox="1"/>
            <p:nvPr>
              <p:custDataLst>
                <p:tags r:id="rId9"/>
              </p:custDataLst>
            </p:nvPr>
          </p:nvSpPr>
          <p:spPr>
            <a:xfrm>
              <a:off x="315370" y="279985"/>
              <a:ext cx="1100883" cy="1007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42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03</a:t>
              </a:r>
            </a:p>
          </p:txBody>
        </p:sp>
        <p:sp>
          <p:nvSpPr>
            <p:cNvPr id="116" name="TextBox 116"/>
            <p:cNvSpPr txBox="1"/>
            <p:nvPr>
              <p:custDataLst>
                <p:tags r:id="rId10"/>
              </p:custDataLst>
            </p:nvPr>
          </p:nvSpPr>
          <p:spPr>
            <a:xfrm>
              <a:off x="2226923" y="-9243"/>
              <a:ext cx="5647937" cy="1106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altLang="zh-CN" sz="45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DSL</a:t>
              </a:r>
              <a:r>
                <a:rPr lang="zh-CN" altLang="en-US" sz="45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说明</a:t>
              </a:r>
              <a:endParaRPr lang="en-US" sz="45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118" name="Group 118"/>
          <p:cNvGrpSpPr/>
          <p:nvPr>
            <p:custDataLst>
              <p:tags r:id="rId4"/>
            </p:custDataLst>
          </p:nvPr>
        </p:nvGrpSpPr>
        <p:grpSpPr>
          <a:xfrm>
            <a:off x="9809242" y="7166561"/>
            <a:ext cx="5906145" cy="1305650"/>
            <a:chOff x="0" y="-9243"/>
            <a:chExt cx="7874860" cy="1740866"/>
          </a:xfrm>
        </p:grpSpPr>
        <p:grpSp>
          <p:nvGrpSpPr>
            <p:cNvPr id="119" name="Group 119"/>
            <p:cNvGrpSpPr/>
            <p:nvPr/>
          </p:nvGrpSpPr>
          <p:grpSpPr>
            <a:xfrm>
              <a:off x="184209" y="184209"/>
              <a:ext cx="1363205" cy="1363205"/>
              <a:chOff x="0" y="0"/>
              <a:chExt cx="812800" cy="812800"/>
            </a:xfrm>
          </p:grpSpPr>
          <p:sp>
            <p:nvSpPr>
              <p:cNvPr id="120" name="Freeform 120"/>
              <p:cNvSpPr/>
              <p:nvPr>
                <p:custDataLst>
                  <p:tags r:id="rId8"/>
                </p:custDataLst>
              </p:nvPr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0" y="0"/>
              <a:ext cx="1731623" cy="1731623"/>
              <a:chOff x="0" y="0"/>
              <a:chExt cx="812800" cy="812800"/>
            </a:xfrm>
          </p:grpSpPr>
          <p:sp>
            <p:nvSpPr>
              <p:cNvPr id="123" name="Freeform 123"/>
              <p:cNvSpPr/>
              <p:nvPr>
                <p:custDataLst>
                  <p:tags r:id="rId7"/>
                </p:custDataLst>
              </p:nvPr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id="124" name="TextBox 12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125" name="TextBox 125"/>
            <p:cNvSpPr txBox="1"/>
            <p:nvPr>
              <p:custDataLst>
                <p:tags r:id="rId5"/>
              </p:custDataLst>
            </p:nvPr>
          </p:nvSpPr>
          <p:spPr>
            <a:xfrm>
              <a:off x="315370" y="279985"/>
              <a:ext cx="1100883" cy="1007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42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04</a:t>
              </a:r>
            </a:p>
          </p:txBody>
        </p:sp>
        <p:sp>
          <p:nvSpPr>
            <p:cNvPr id="126" name="TextBox 126"/>
            <p:cNvSpPr txBox="1"/>
            <p:nvPr>
              <p:custDataLst>
                <p:tags r:id="rId6"/>
              </p:custDataLst>
            </p:nvPr>
          </p:nvSpPr>
          <p:spPr>
            <a:xfrm>
              <a:off x="2226923" y="-9243"/>
              <a:ext cx="5647937" cy="1106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zh-CN" altLang="en-US" sz="45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测试说明</a:t>
              </a:r>
              <a:endParaRPr lang="en-US" sz="45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379763" cy="10287000"/>
            <a:chOff x="0" y="0"/>
            <a:chExt cx="24506350" cy="13716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279152" y="630203"/>
              <a:ext cx="456256" cy="456256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553339">
              <a:off x="7583" y="761446"/>
              <a:ext cx="543138" cy="138439"/>
              <a:chOff x="0" y="0"/>
              <a:chExt cx="147751" cy="3766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79152" y="3296723"/>
              <a:ext cx="456256" cy="456256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553339">
              <a:off x="7583" y="3427966"/>
              <a:ext cx="543138" cy="138439"/>
              <a:chOff x="0" y="0"/>
              <a:chExt cx="147751" cy="376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79152" y="8629761"/>
              <a:ext cx="456256" cy="45625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553339">
              <a:off x="7583" y="8761004"/>
              <a:ext cx="543138" cy="138439"/>
              <a:chOff x="0" y="0"/>
              <a:chExt cx="147751" cy="376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79152" y="4629982"/>
              <a:ext cx="456256" cy="456256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553339">
              <a:off x="7583" y="4761225"/>
              <a:ext cx="543138" cy="138439"/>
              <a:chOff x="0" y="0"/>
              <a:chExt cx="147751" cy="376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79152" y="9963021"/>
              <a:ext cx="456256" cy="456256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553339">
              <a:off x="7583" y="10094264"/>
              <a:ext cx="543138" cy="138439"/>
              <a:chOff x="0" y="0"/>
              <a:chExt cx="147751" cy="376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79152" y="1963463"/>
              <a:ext cx="456256" cy="456256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553339">
              <a:off x="7583" y="2094706"/>
              <a:ext cx="543138" cy="138439"/>
              <a:chOff x="0" y="0"/>
              <a:chExt cx="147751" cy="376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279152" y="5963242"/>
              <a:ext cx="456256" cy="456256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 rot="553339">
              <a:off x="7583" y="6094485"/>
              <a:ext cx="543138" cy="138439"/>
              <a:chOff x="0" y="0"/>
              <a:chExt cx="147751" cy="376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279152" y="11296281"/>
              <a:ext cx="456256" cy="456256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 rot="553339">
              <a:off x="7583" y="11427524"/>
              <a:ext cx="543138" cy="138439"/>
              <a:chOff x="0" y="0"/>
              <a:chExt cx="147751" cy="376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279152" y="7296502"/>
              <a:ext cx="456256" cy="456256"/>
              <a:chOff x="0" y="0"/>
              <a:chExt cx="812800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 rot="553339">
              <a:off x="7583" y="7427745"/>
              <a:ext cx="543138" cy="138439"/>
              <a:chOff x="0" y="0"/>
              <a:chExt cx="147751" cy="376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79152" y="12629540"/>
              <a:ext cx="456256" cy="456256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 rot="553339">
              <a:off x="7583" y="12760783"/>
              <a:ext cx="543138" cy="138439"/>
              <a:chOff x="0" y="0"/>
              <a:chExt cx="147751" cy="376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24148870" y="0"/>
              <a:ext cx="357480" cy="13716000"/>
              <a:chOff x="0" y="0"/>
              <a:chExt cx="70613" cy="270933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7061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70613" h="2709333">
                    <a:moveTo>
                      <a:pt x="0" y="0"/>
                    </a:moveTo>
                    <a:lnTo>
                      <a:pt x="70613" y="0"/>
                    </a:lnTo>
                    <a:lnTo>
                      <a:pt x="706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0" y="-38100"/>
                <a:ext cx="70613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21623711" y="858331"/>
              <a:ext cx="337709" cy="578975"/>
              <a:chOff x="0" y="0"/>
              <a:chExt cx="796036" cy="1364742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5" name="Group 75"/>
            <p:cNvGrpSpPr/>
            <p:nvPr/>
          </p:nvGrpSpPr>
          <p:grpSpPr>
            <a:xfrm>
              <a:off x="22233628" y="858331"/>
              <a:ext cx="337709" cy="578975"/>
              <a:chOff x="0" y="0"/>
              <a:chExt cx="796036" cy="1364742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7" name="Group 77"/>
            <p:cNvGrpSpPr/>
            <p:nvPr/>
          </p:nvGrpSpPr>
          <p:grpSpPr>
            <a:xfrm>
              <a:off x="22843546" y="858331"/>
              <a:ext cx="337709" cy="578975"/>
              <a:chOff x="0" y="0"/>
              <a:chExt cx="796036" cy="1364742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</p:grpSp>
      <p:grpSp>
        <p:nvGrpSpPr>
          <p:cNvPr id="79" name="Group 79"/>
          <p:cNvGrpSpPr/>
          <p:nvPr/>
        </p:nvGrpSpPr>
        <p:grpSpPr>
          <a:xfrm>
            <a:off x="11078829" y="3294985"/>
            <a:ext cx="8823028" cy="8823028"/>
            <a:chOff x="0" y="0"/>
            <a:chExt cx="812800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9170" tIns="39170" rIns="39170" bIns="3917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2173233" y="4055188"/>
            <a:ext cx="7302621" cy="7302621"/>
            <a:chOff x="0" y="0"/>
            <a:chExt cx="812800" cy="812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5" name="Group 85"/>
          <p:cNvGrpSpPr/>
          <p:nvPr/>
        </p:nvGrpSpPr>
        <p:grpSpPr>
          <a:xfrm>
            <a:off x="777612" y="2776252"/>
            <a:ext cx="10121343" cy="3223558"/>
            <a:chOff x="0" y="-314325"/>
            <a:chExt cx="13495123" cy="4298078"/>
          </a:xfrm>
        </p:grpSpPr>
        <p:sp>
          <p:nvSpPr>
            <p:cNvPr id="86" name="TextBox 86"/>
            <p:cNvSpPr txBox="1"/>
            <p:nvPr/>
          </p:nvSpPr>
          <p:spPr>
            <a:xfrm>
              <a:off x="0" y="-314325"/>
              <a:ext cx="4639942" cy="3764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5"/>
                </a:lnSpc>
              </a:pPr>
              <a:r>
                <a:rPr lang="en-US" sz="17005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4308666" y="498833"/>
              <a:ext cx="9186457" cy="1814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840"/>
                </a:lnSpc>
              </a:pPr>
              <a:r>
                <a:rPr lang="zh-CN" altLang="en-US" sz="7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项目概述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92719" y="3521660"/>
              <a:ext cx="12645184" cy="4620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0"/>
                </a:lnSpc>
              </a:pPr>
              <a:r>
                <a:rPr lang="en-US" sz="1900" dirty="0" err="1">
                  <a:solidFill>
                    <a:srgbClr val="A6A6A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P</a:t>
              </a:r>
              <a:r>
                <a:rPr lang="en-US" altLang="zh-CN" sz="1900" dirty="0" err="1">
                  <a:solidFill>
                    <a:srgbClr val="A6A6A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ython+MySQL+DeepSeek</a:t>
              </a:r>
              <a:r>
                <a:rPr lang="en-US" altLang="zh-CN" sz="1900" dirty="0">
                  <a:solidFill>
                    <a:srgbClr val="A6A6A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/Ollama</a:t>
              </a:r>
              <a:r>
                <a:rPr lang="zh-CN" altLang="en-US" sz="1900" dirty="0">
                  <a:solidFill>
                    <a:srgbClr val="A6A6A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模型搭建的智能待办管理器</a:t>
              </a:r>
              <a:endParaRPr lang="en-US" sz="1900" dirty="0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0" name="AutoShape 90"/>
            <p:cNvSpPr/>
            <p:nvPr/>
          </p:nvSpPr>
          <p:spPr>
            <a:xfrm>
              <a:off x="692718" y="3424517"/>
              <a:ext cx="12645184" cy="0"/>
            </a:xfrm>
            <a:prstGeom prst="line">
              <a:avLst/>
            </a:prstGeom>
            <a:ln w="50800" cap="flat">
              <a:solidFill>
                <a:srgbClr val="004AAD"/>
              </a:solidFill>
              <a:prstDash val="solid"/>
              <a:headEnd type="none" w="sm" len="sm"/>
              <a:tailEnd type="none" w="sm" len="sm"/>
            </a:ln>
          </p:spPr>
        </p:sp>
      </p:grpSp>
      <p:pic>
        <p:nvPicPr>
          <p:cNvPr id="92" name="图片 91">
            <a:extLst>
              <a:ext uri="{FF2B5EF4-FFF2-40B4-BE49-F238E27FC236}">
                <a16:creationId xmlns:a16="http://schemas.microsoft.com/office/drawing/2014/main" id="{AE1233B5-26A3-4FC7-8AE0-1A2A41AFEA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5999" y="5382596"/>
            <a:ext cx="11101029" cy="49903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379763" cy="10287000"/>
            <a:chOff x="0" y="0"/>
            <a:chExt cx="24506350" cy="13716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279152" y="630203"/>
              <a:ext cx="456256" cy="456256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553339">
              <a:off x="7583" y="761446"/>
              <a:ext cx="543138" cy="138439"/>
              <a:chOff x="0" y="0"/>
              <a:chExt cx="147751" cy="3766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79152" y="3296723"/>
              <a:ext cx="456256" cy="456256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553339">
              <a:off x="7583" y="3427966"/>
              <a:ext cx="543138" cy="138439"/>
              <a:chOff x="0" y="0"/>
              <a:chExt cx="147751" cy="376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79152" y="8629761"/>
              <a:ext cx="456256" cy="45625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553339">
              <a:off x="7583" y="8761004"/>
              <a:ext cx="543138" cy="138439"/>
              <a:chOff x="0" y="0"/>
              <a:chExt cx="147751" cy="376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79152" y="4629982"/>
              <a:ext cx="456256" cy="456256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553339">
              <a:off x="7583" y="4761225"/>
              <a:ext cx="543138" cy="138439"/>
              <a:chOff x="0" y="0"/>
              <a:chExt cx="147751" cy="376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79152" y="9963021"/>
              <a:ext cx="456256" cy="456256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553339">
              <a:off x="7583" y="10094264"/>
              <a:ext cx="543138" cy="138439"/>
              <a:chOff x="0" y="0"/>
              <a:chExt cx="147751" cy="376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79152" y="1963463"/>
              <a:ext cx="456256" cy="456256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553339">
              <a:off x="7583" y="2094706"/>
              <a:ext cx="543138" cy="138439"/>
              <a:chOff x="0" y="0"/>
              <a:chExt cx="147751" cy="376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279152" y="5963242"/>
              <a:ext cx="456256" cy="456256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 rot="553339">
              <a:off x="7583" y="6094485"/>
              <a:ext cx="543138" cy="138439"/>
              <a:chOff x="0" y="0"/>
              <a:chExt cx="147751" cy="376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279152" y="11296281"/>
              <a:ext cx="456256" cy="456256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 rot="553339">
              <a:off x="7583" y="11427524"/>
              <a:ext cx="543138" cy="138439"/>
              <a:chOff x="0" y="0"/>
              <a:chExt cx="147751" cy="376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279152" y="7296502"/>
              <a:ext cx="456256" cy="456256"/>
              <a:chOff x="0" y="0"/>
              <a:chExt cx="812800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 rot="553339">
              <a:off x="7583" y="7427745"/>
              <a:ext cx="543138" cy="138439"/>
              <a:chOff x="0" y="0"/>
              <a:chExt cx="147751" cy="376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79152" y="12629540"/>
              <a:ext cx="456256" cy="456256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 rot="553339">
              <a:off x="7583" y="12760783"/>
              <a:ext cx="543138" cy="138439"/>
              <a:chOff x="0" y="0"/>
              <a:chExt cx="147751" cy="376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69" name="TextBox 69"/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0" name="Group 70"/>
            <p:cNvGrpSpPr/>
            <p:nvPr/>
          </p:nvGrpSpPr>
          <p:grpSpPr>
            <a:xfrm>
              <a:off x="24148870" y="0"/>
              <a:ext cx="357480" cy="13716000"/>
              <a:chOff x="0" y="0"/>
              <a:chExt cx="70613" cy="270933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7061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70613" h="2709333">
                    <a:moveTo>
                      <a:pt x="0" y="0"/>
                    </a:moveTo>
                    <a:lnTo>
                      <a:pt x="70613" y="0"/>
                    </a:lnTo>
                    <a:lnTo>
                      <a:pt x="706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0" y="-38100"/>
                <a:ext cx="70613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21623711" y="858331"/>
              <a:ext cx="337709" cy="578975"/>
              <a:chOff x="0" y="0"/>
              <a:chExt cx="796036" cy="1364742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5" name="Group 75"/>
            <p:cNvGrpSpPr/>
            <p:nvPr/>
          </p:nvGrpSpPr>
          <p:grpSpPr>
            <a:xfrm>
              <a:off x="22233628" y="858331"/>
              <a:ext cx="337709" cy="578975"/>
              <a:chOff x="0" y="0"/>
              <a:chExt cx="796036" cy="1364742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7" name="Group 77"/>
            <p:cNvGrpSpPr/>
            <p:nvPr/>
          </p:nvGrpSpPr>
          <p:grpSpPr>
            <a:xfrm>
              <a:off x="22843546" y="858331"/>
              <a:ext cx="337709" cy="578975"/>
              <a:chOff x="0" y="0"/>
              <a:chExt cx="796036" cy="1364742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</p:grpSp>
      <p:grpSp>
        <p:nvGrpSpPr>
          <p:cNvPr id="90" name="Group 90"/>
          <p:cNvGrpSpPr/>
          <p:nvPr>
            <p:custDataLst>
              <p:tags r:id="rId1"/>
            </p:custDataLst>
          </p:nvPr>
        </p:nvGrpSpPr>
        <p:grpSpPr>
          <a:xfrm>
            <a:off x="8803562" y="3106313"/>
            <a:ext cx="8455738" cy="2434737"/>
            <a:chOff x="0" y="0"/>
            <a:chExt cx="11274317" cy="3246316"/>
          </a:xfrm>
        </p:grpSpPr>
        <p:grpSp>
          <p:nvGrpSpPr>
            <p:cNvPr id="91" name="Group 91"/>
            <p:cNvGrpSpPr/>
            <p:nvPr/>
          </p:nvGrpSpPr>
          <p:grpSpPr>
            <a:xfrm>
              <a:off x="257546" y="0"/>
              <a:ext cx="11016771" cy="3246316"/>
              <a:chOff x="0" y="0"/>
              <a:chExt cx="2176152" cy="641248"/>
            </a:xfrm>
          </p:grpSpPr>
          <p:sp>
            <p:nvSpPr>
              <p:cNvPr id="92" name="Freeform 92"/>
              <p:cNvSpPr/>
              <p:nvPr>
                <p:custDataLst>
                  <p:tags r:id="rId14"/>
                </p:custDataLst>
              </p:nvPr>
            </p:nvSpPr>
            <p:spPr>
              <a:xfrm>
                <a:off x="0" y="0"/>
                <a:ext cx="2176152" cy="641248"/>
              </a:xfrm>
              <a:custGeom>
                <a:avLst/>
                <a:gdLst/>
                <a:ahLst/>
                <a:cxnLst/>
                <a:rect l="l" t="t" r="r" b="b"/>
                <a:pathLst>
                  <a:path w="2176152" h="641248">
                    <a:moveTo>
                      <a:pt x="0" y="0"/>
                    </a:moveTo>
                    <a:lnTo>
                      <a:pt x="2176152" y="0"/>
                    </a:lnTo>
                    <a:lnTo>
                      <a:pt x="2176152" y="641248"/>
                    </a:lnTo>
                    <a:lnTo>
                      <a:pt x="0" y="64124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0" y="-38100"/>
                <a:ext cx="2176152" cy="6793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0" y="0"/>
              <a:ext cx="515092" cy="3246316"/>
              <a:chOff x="0" y="0"/>
              <a:chExt cx="101747" cy="641248"/>
            </a:xfrm>
          </p:grpSpPr>
          <p:sp>
            <p:nvSpPr>
              <p:cNvPr id="95" name="Freeform 95"/>
              <p:cNvSpPr/>
              <p:nvPr>
                <p:custDataLst>
                  <p:tags r:id="rId13"/>
                </p:custDataLst>
              </p:nvPr>
            </p:nvSpPr>
            <p:spPr>
              <a:xfrm>
                <a:off x="0" y="0"/>
                <a:ext cx="101747" cy="641248"/>
              </a:xfrm>
              <a:custGeom>
                <a:avLst/>
                <a:gdLst/>
                <a:ahLst/>
                <a:cxnLst/>
                <a:rect l="l" t="t" r="r" b="b"/>
                <a:pathLst>
                  <a:path w="101747" h="641248">
                    <a:moveTo>
                      <a:pt x="0" y="0"/>
                    </a:moveTo>
                    <a:lnTo>
                      <a:pt x="101747" y="0"/>
                    </a:lnTo>
                    <a:lnTo>
                      <a:pt x="101747" y="641248"/>
                    </a:lnTo>
                    <a:lnTo>
                      <a:pt x="0" y="641248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0" y="-38100"/>
                <a:ext cx="101747" cy="6793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97" name="TextBox 97"/>
            <p:cNvSpPr txBox="1"/>
            <p:nvPr>
              <p:custDataLst>
                <p:tags r:id="rId9"/>
              </p:custDataLst>
            </p:nvPr>
          </p:nvSpPr>
          <p:spPr>
            <a:xfrm>
              <a:off x="998679" y="91723"/>
              <a:ext cx="8542012" cy="936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80"/>
                </a:lnSpc>
              </a:pPr>
              <a:r>
                <a:rPr lang="zh-CN" altLang="en-US" sz="3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前端：未完成</a:t>
              </a:r>
              <a:r>
                <a:rPr lang="en-US" altLang="zh-CN" sz="3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&amp;</a:t>
              </a:r>
              <a:r>
                <a:rPr lang="zh-CN" altLang="en-US" sz="3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已完成</a:t>
              </a:r>
              <a:r>
                <a:rPr lang="en-US" altLang="zh-CN" sz="3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&amp;</a:t>
              </a:r>
              <a:r>
                <a:rPr lang="zh-CN" altLang="en-US" sz="3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助手</a:t>
              </a:r>
            </a:p>
          </p:txBody>
        </p:sp>
        <p:sp>
          <p:nvSpPr>
            <p:cNvPr id="98" name="TextBox 98"/>
            <p:cNvSpPr txBox="1"/>
            <p:nvPr>
              <p:custDataLst>
                <p:tags r:id="rId10"/>
              </p:custDataLst>
            </p:nvPr>
          </p:nvSpPr>
          <p:spPr>
            <a:xfrm>
              <a:off x="998679" y="1184917"/>
              <a:ext cx="8846136" cy="14880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040"/>
                </a:lnSpc>
              </a:pPr>
              <a:r>
                <a:rPr lang="zh-CN" altLang="en-US" sz="19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未完成区域展示包含逾期</a:t>
              </a:r>
              <a:r>
                <a:rPr lang="en-US" altLang="zh-CN" sz="19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/</a:t>
              </a:r>
              <a:r>
                <a:rPr lang="zh-CN" altLang="en-US" sz="19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紧迫</a:t>
              </a:r>
              <a:r>
                <a:rPr lang="en-US" altLang="zh-CN" sz="19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/</a:t>
              </a:r>
              <a:r>
                <a:rPr lang="zh-CN" altLang="en-US" sz="19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普通待办，轻重缓急一目了然</a:t>
              </a:r>
              <a:endParaRPr lang="en-US" altLang="zh-CN" sz="19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algn="l">
                <a:lnSpc>
                  <a:spcPts val="3040"/>
                </a:lnSpc>
              </a:pPr>
              <a:r>
                <a:rPr lang="zh-CN" altLang="en-US" sz="19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已完成区记录每一个完成的待办，完成成果有迹可循</a:t>
              </a:r>
              <a:endParaRPr lang="en-US" altLang="zh-CN" sz="19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algn="l">
                <a:lnSpc>
                  <a:spcPts val="3040"/>
                </a:lnSpc>
              </a:pPr>
              <a:r>
                <a:rPr lang="zh-CN" altLang="en-US" sz="19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助手区致力于处理好用户的每一个要求</a:t>
              </a:r>
              <a:endParaRPr lang="en-US" sz="19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9" name="TextBox 99"/>
            <p:cNvSpPr txBox="1"/>
            <p:nvPr>
              <p:custDataLst>
                <p:tags r:id="rId11"/>
              </p:custDataLst>
            </p:nvPr>
          </p:nvSpPr>
          <p:spPr>
            <a:xfrm>
              <a:off x="9844814" y="63148"/>
              <a:ext cx="1055080" cy="1007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6720"/>
                </a:lnSpc>
              </a:pPr>
              <a:r>
                <a:rPr lang="en-US" sz="420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01</a:t>
              </a:r>
            </a:p>
          </p:txBody>
        </p:sp>
        <p:sp>
          <p:nvSpPr>
            <p:cNvPr id="100" name="AutoShape 100"/>
            <p:cNvSpPr/>
            <p:nvPr>
              <p:custDataLst>
                <p:tags r:id="rId12"/>
              </p:custDataLst>
            </p:nvPr>
          </p:nvSpPr>
          <p:spPr>
            <a:xfrm flipV="1">
              <a:off x="998679" y="2948517"/>
              <a:ext cx="9901215" cy="0"/>
            </a:xfrm>
            <a:prstGeom prst="line">
              <a:avLst/>
            </a:prstGeom>
            <a:ln w="50800" cap="flat">
              <a:solidFill>
                <a:srgbClr val="004AAD"/>
              </a:solidFill>
              <a:prstDash val="solid"/>
              <a:headEnd type="oval" w="lg" len="lg"/>
              <a:tailEnd type="oval" w="lg" len="lg"/>
            </a:ln>
          </p:spPr>
        </p:sp>
      </p:grpSp>
      <p:grpSp>
        <p:nvGrpSpPr>
          <p:cNvPr id="101" name="Group 101"/>
          <p:cNvGrpSpPr/>
          <p:nvPr>
            <p:custDataLst>
              <p:tags r:id="rId2"/>
            </p:custDataLst>
          </p:nvPr>
        </p:nvGrpSpPr>
        <p:grpSpPr>
          <a:xfrm>
            <a:off x="8803562" y="6144925"/>
            <a:ext cx="8455738" cy="2434737"/>
            <a:chOff x="0" y="0"/>
            <a:chExt cx="11274317" cy="3246316"/>
          </a:xfrm>
        </p:grpSpPr>
        <p:grpSp>
          <p:nvGrpSpPr>
            <p:cNvPr id="102" name="Group 102"/>
            <p:cNvGrpSpPr/>
            <p:nvPr/>
          </p:nvGrpSpPr>
          <p:grpSpPr>
            <a:xfrm>
              <a:off x="257546" y="0"/>
              <a:ext cx="11016771" cy="3246316"/>
              <a:chOff x="0" y="0"/>
              <a:chExt cx="2176152" cy="641248"/>
            </a:xfrm>
          </p:grpSpPr>
          <p:sp>
            <p:nvSpPr>
              <p:cNvPr id="103" name="Freeform 103"/>
              <p:cNvSpPr/>
              <p:nvPr>
                <p:custDataLst>
                  <p:tags r:id="rId8"/>
                </p:custDataLst>
              </p:nvPr>
            </p:nvSpPr>
            <p:spPr>
              <a:xfrm>
                <a:off x="0" y="0"/>
                <a:ext cx="2176152" cy="641248"/>
              </a:xfrm>
              <a:custGeom>
                <a:avLst/>
                <a:gdLst/>
                <a:ahLst/>
                <a:cxnLst/>
                <a:rect l="l" t="t" r="r" b="b"/>
                <a:pathLst>
                  <a:path w="2176152" h="641248">
                    <a:moveTo>
                      <a:pt x="0" y="0"/>
                    </a:moveTo>
                    <a:lnTo>
                      <a:pt x="2176152" y="0"/>
                    </a:lnTo>
                    <a:lnTo>
                      <a:pt x="2176152" y="641248"/>
                    </a:lnTo>
                    <a:lnTo>
                      <a:pt x="0" y="641248"/>
                    </a:lnTo>
                    <a:close/>
                  </a:path>
                </a:pathLst>
              </a:custGeom>
              <a:solidFill>
                <a:srgbClr val="004AAD"/>
              </a:solidFill>
              <a:ln w="3810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0" y="-38100"/>
                <a:ext cx="2176152" cy="6793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0" y="0"/>
              <a:ext cx="515092" cy="3246316"/>
              <a:chOff x="0" y="0"/>
              <a:chExt cx="101747" cy="641248"/>
            </a:xfrm>
          </p:grpSpPr>
          <p:sp>
            <p:nvSpPr>
              <p:cNvPr id="106" name="Freeform 106"/>
              <p:cNvSpPr/>
              <p:nvPr>
                <p:custDataLst>
                  <p:tags r:id="rId7"/>
                </p:custDataLst>
              </p:nvPr>
            </p:nvSpPr>
            <p:spPr>
              <a:xfrm>
                <a:off x="0" y="0"/>
                <a:ext cx="101747" cy="641248"/>
              </a:xfrm>
              <a:custGeom>
                <a:avLst/>
                <a:gdLst/>
                <a:ahLst/>
                <a:cxnLst/>
                <a:rect l="l" t="t" r="r" b="b"/>
                <a:pathLst>
                  <a:path w="101747" h="641248">
                    <a:moveTo>
                      <a:pt x="0" y="0"/>
                    </a:moveTo>
                    <a:lnTo>
                      <a:pt x="101747" y="0"/>
                    </a:lnTo>
                    <a:lnTo>
                      <a:pt x="101747" y="641248"/>
                    </a:lnTo>
                    <a:lnTo>
                      <a:pt x="0" y="641248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0" y="-38100"/>
                <a:ext cx="101747" cy="6793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108" name="TextBox 108"/>
            <p:cNvSpPr txBox="1"/>
            <p:nvPr>
              <p:custDataLst>
                <p:tags r:id="rId3"/>
              </p:custDataLst>
            </p:nvPr>
          </p:nvSpPr>
          <p:spPr>
            <a:xfrm>
              <a:off x="998679" y="91723"/>
              <a:ext cx="8542012" cy="936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80"/>
                </a:lnSpc>
              </a:pPr>
              <a:r>
                <a:rPr lang="zh-CN" altLang="en-US" sz="38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后端：</a:t>
              </a:r>
              <a:r>
                <a:rPr lang="en-US" altLang="zh-CN" sz="3800" dirty="0" err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API&amp;assistant&amp;db</a:t>
              </a:r>
              <a:endParaRPr lang="en-US" sz="3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9" name="TextBox 109"/>
            <p:cNvSpPr txBox="1"/>
            <p:nvPr>
              <p:custDataLst>
                <p:tags r:id="rId4"/>
              </p:custDataLst>
            </p:nvPr>
          </p:nvSpPr>
          <p:spPr>
            <a:xfrm>
              <a:off x="998679" y="1184917"/>
              <a:ext cx="8542012" cy="1488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0"/>
                </a:lnSpc>
              </a:pPr>
              <a:r>
                <a:rPr lang="en-US" sz="19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API</a:t>
              </a:r>
              <a:r>
                <a:rPr lang="zh-CN" altLang="en-US" sz="19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模块统一调用数据库，规范操作</a:t>
              </a:r>
              <a:endParaRPr lang="en-US" altLang="zh-CN" sz="1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algn="l">
                <a:lnSpc>
                  <a:spcPts val="3040"/>
                </a:lnSpc>
              </a:pPr>
              <a:r>
                <a:rPr lang="en-US" altLang="zh-CN" sz="19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Assistant</a:t>
              </a:r>
              <a:r>
                <a:rPr lang="zh-CN" altLang="en-US" sz="19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模块专注</a:t>
              </a:r>
              <a:r>
                <a:rPr lang="en-US" altLang="zh-CN" sz="1900" dirty="0" err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llm</a:t>
              </a:r>
              <a:r>
                <a:rPr lang="zh-CN" altLang="en-US" sz="19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操作实现</a:t>
              </a:r>
              <a:endParaRPr lang="en-US" altLang="zh-CN" sz="1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algn="l">
                <a:lnSpc>
                  <a:spcPts val="3040"/>
                </a:lnSpc>
              </a:pPr>
              <a:r>
                <a:rPr lang="en-US" altLang="zh-CN" sz="19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MySQL</a:t>
              </a:r>
              <a:r>
                <a:rPr lang="zh-CN" altLang="en-US" sz="19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数据库记录待办，井井有条</a:t>
              </a:r>
              <a:endParaRPr lang="en-US" sz="1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10" name="TextBox 110"/>
            <p:cNvSpPr txBox="1"/>
            <p:nvPr>
              <p:custDataLst>
                <p:tags r:id="rId5"/>
              </p:custDataLst>
            </p:nvPr>
          </p:nvSpPr>
          <p:spPr>
            <a:xfrm>
              <a:off x="9844814" y="63148"/>
              <a:ext cx="1055080" cy="1007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6720"/>
                </a:lnSpc>
              </a:pPr>
              <a:r>
                <a:rPr lang="en-US" sz="42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02</a:t>
              </a:r>
            </a:p>
          </p:txBody>
        </p:sp>
        <p:sp>
          <p:nvSpPr>
            <p:cNvPr id="111" name="AutoShape 111"/>
            <p:cNvSpPr/>
            <p:nvPr>
              <p:custDataLst>
                <p:tags r:id="rId6"/>
              </p:custDataLst>
            </p:nvPr>
          </p:nvSpPr>
          <p:spPr>
            <a:xfrm flipV="1">
              <a:off x="998679" y="2948517"/>
              <a:ext cx="9901215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oval" w="lg" len="lg"/>
              <a:tailEnd type="oval" w="lg" len="lg"/>
            </a:ln>
          </p:spPr>
        </p:sp>
      </p:grpSp>
      <p:pic>
        <p:nvPicPr>
          <p:cNvPr id="119" name="图片 136" descr="仅校徽">
            <a:extLst>
              <a:ext uri="{FF2B5EF4-FFF2-40B4-BE49-F238E27FC236}">
                <a16:creationId xmlns:a16="http://schemas.microsoft.com/office/drawing/2014/main" id="{7B29037B-049A-4BB5-B4C5-1C6DEB78630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90600" y="435493"/>
            <a:ext cx="1333526" cy="1333617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FBAC0717-78A9-52CB-D3AB-1F95557A061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9242" y="1799994"/>
            <a:ext cx="7694167" cy="4111571"/>
          </a:xfrm>
          <a:prstGeom prst="rect">
            <a:avLst/>
          </a:prstGeom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E8817E8C-A818-A02B-5E98-893E4F4AD9B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9465" y="6364854"/>
            <a:ext cx="7694167" cy="25570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66833-DB14-055F-A925-2BBC2CEB7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6BD5D4-81DA-487B-4F05-9BEFCF96F2B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24FFC55-50DF-084A-94AC-9F8B4EFE02C8}"/>
              </a:ext>
            </a:extLst>
          </p:cNvPr>
          <p:cNvGrpSpPr/>
          <p:nvPr/>
        </p:nvGrpSpPr>
        <p:grpSpPr>
          <a:xfrm>
            <a:off x="0" y="0"/>
            <a:ext cx="18379763" cy="10287000"/>
            <a:chOff x="0" y="0"/>
            <a:chExt cx="24506350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D4CD5BD-0A63-B91D-8343-03AFB3143785}"/>
                </a:ext>
              </a:extLst>
            </p:cNvPr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7D5C61C-215C-DBD8-7BBF-CD392D658B6B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E601468-6045-229B-AE7F-6528C8CDFAE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616912B-788D-06FF-C0E9-11FAAD417A22}"/>
                </a:ext>
              </a:extLst>
            </p:cNvPr>
            <p:cNvGrpSpPr/>
            <p:nvPr/>
          </p:nvGrpSpPr>
          <p:grpSpPr>
            <a:xfrm>
              <a:off x="279152" y="630203"/>
              <a:ext cx="456256" cy="456256"/>
              <a:chOff x="0" y="0"/>
              <a:chExt cx="812800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4511749-8114-EA9A-DC08-31DEE37F909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BFB85D8-262E-C9EE-F961-6AABE83F0C6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38F080B5-88DF-B0DA-3B73-9685F9FEAA35}"/>
                </a:ext>
              </a:extLst>
            </p:cNvPr>
            <p:cNvGrpSpPr/>
            <p:nvPr/>
          </p:nvGrpSpPr>
          <p:grpSpPr>
            <a:xfrm rot="553339">
              <a:off x="7583" y="761446"/>
              <a:ext cx="543138" cy="138439"/>
              <a:chOff x="0" y="0"/>
              <a:chExt cx="147751" cy="3766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618A7FB3-AF1F-DA2E-8204-3B045ED5FBDC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03C4727F-DF01-4E22-DD5B-6CBC62C0D35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17429DC8-850F-5BF5-40D7-9B0492DE519E}"/>
                </a:ext>
              </a:extLst>
            </p:cNvPr>
            <p:cNvGrpSpPr/>
            <p:nvPr/>
          </p:nvGrpSpPr>
          <p:grpSpPr>
            <a:xfrm>
              <a:off x="279152" y="3296723"/>
              <a:ext cx="456256" cy="456256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7EF9728E-79A4-87DE-E87B-453D4CAC3DD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6603C69E-CDE6-1864-EAAE-D9182D75781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204C36AC-A6B6-B2A3-5E14-F17D9612AA33}"/>
                </a:ext>
              </a:extLst>
            </p:cNvPr>
            <p:cNvGrpSpPr/>
            <p:nvPr/>
          </p:nvGrpSpPr>
          <p:grpSpPr>
            <a:xfrm rot="553339">
              <a:off x="7583" y="3427966"/>
              <a:ext cx="543138" cy="138439"/>
              <a:chOff x="0" y="0"/>
              <a:chExt cx="147751" cy="3766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4784501C-07BD-047E-4881-5A4D2968098E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02F21004-495B-C722-C093-31109B33F09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DFCC9A4C-1555-D467-0292-880F22E7B73B}"/>
                </a:ext>
              </a:extLst>
            </p:cNvPr>
            <p:cNvGrpSpPr/>
            <p:nvPr/>
          </p:nvGrpSpPr>
          <p:grpSpPr>
            <a:xfrm>
              <a:off x="279152" y="8629761"/>
              <a:ext cx="456256" cy="456256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6D10907E-698B-BBB4-7A02-105227EF58B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4A9D5394-8148-ADED-32F1-C862A98BBDFE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BBDEA1DD-496C-2F70-9910-FCEC5C841B3E}"/>
                </a:ext>
              </a:extLst>
            </p:cNvPr>
            <p:cNvGrpSpPr/>
            <p:nvPr/>
          </p:nvGrpSpPr>
          <p:grpSpPr>
            <a:xfrm rot="553339">
              <a:off x="7583" y="8761004"/>
              <a:ext cx="543138" cy="138439"/>
              <a:chOff x="0" y="0"/>
              <a:chExt cx="147751" cy="3766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73ADF608-5A75-3600-09E4-A14C7C810EE6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4549F6CC-27E4-3F4D-B28D-CA8178B1E64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AF48EB94-D825-1DBE-BDFE-E111B45ACC64}"/>
                </a:ext>
              </a:extLst>
            </p:cNvPr>
            <p:cNvGrpSpPr/>
            <p:nvPr/>
          </p:nvGrpSpPr>
          <p:grpSpPr>
            <a:xfrm>
              <a:off x="279152" y="4629982"/>
              <a:ext cx="456256" cy="456256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3DEA39BB-D8BE-92D9-7613-9E752FB54AF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67779258-82F5-EED1-9BCD-5E48924CC45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42739359-0825-0FFF-ABE5-F1090A2ED9E0}"/>
                </a:ext>
              </a:extLst>
            </p:cNvPr>
            <p:cNvGrpSpPr/>
            <p:nvPr/>
          </p:nvGrpSpPr>
          <p:grpSpPr>
            <a:xfrm rot="553339">
              <a:off x="7583" y="4761225"/>
              <a:ext cx="543138" cy="138439"/>
              <a:chOff x="0" y="0"/>
              <a:chExt cx="147751" cy="3766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EAEC9E27-4864-09E9-144D-CF52BC7FF221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E8225BF4-8F5D-865A-970D-B95897B0EC8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52048009-9F22-3EAF-D0CD-CEF47C9BDC2C}"/>
                </a:ext>
              </a:extLst>
            </p:cNvPr>
            <p:cNvGrpSpPr/>
            <p:nvPr/>
          </p:nvGrpSpPr>
          <p:grpSpPr>
            <a:xfrm>
              <a:off x="279152" y="9963021"/>
              <a:ext cx="456256" cy="456256"/>
              <a:chOff x="0" y="0"/>
              <a:chExt cx="812800" cy="812800"/>
            </a:xfrm>
          </p:grpSpPr>
          <p:sp>
            <p:nvSpPr>
              <p:cNvPr id="32" name="Freeform 32">
                <a:extLst>
                  <a:ext uri="{FF2B5EF4-FFF2-40B4-BE49-F238E27FC236}">
                    <a16:creationId xmlns:a16="http://schemas.microsoft.com/office/drawing/2014/main" id="{0F9927D6-AF48-27EA-17AE-BAEE544529E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3" name="TextBox 33">
                <a:extLst>
                  <a:ext uri="{FF2B5EF4-FFF2-40B4-BE49-F238E27FC236}">
                    <a16:creationId xmlns:a16="http://schemas.microsoft.com/office/drawing/2014/main" id="{15DC669F-A629-8666-3970-BBAF5AB35A6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B77B4F16-C9D2-6426-A188-5182796488E0}"/>
                </a:ext>
              </a:extLst>
            </p:cNvPr>
            <p:cNvGrpSpPr/>
            <p:nvPr/>
          </p:nvGrpSpPr>
          <p:grpSpPr>
            <a:xfrm rot="553339">
              <a:off x="7583" y="10094264"/>
              <a:ext cx="543138" cy="138439"/>
              <a:chOff x="0" y="0"/>
              <a:chExt cx="147751" cy="37660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405EC591-07E6-6201-8C86-186D822B8CDF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71E90D20-E750-198B-E166-1DC177A491E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AF9441F9-B6A8-9319-3900-B8A16AB33B78}"/>
                </a:ext>
              </a:extLst>
            </p:cNvPr>
            <p:cNvGrpSpPr/>
            <p:nvPr/>
          </p:nvGrpSpPr>
          <p:grpSpPr>
            <a:xfrm>
              <a:off x="279152" y="1963463"/>
              <a:ext cx="456256" cy="456256"/>
              <a:chOff x="0" y="0"/>
              <a:chExt cx="812800" cy="812800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338D8CF4-844A-231A-151E-E3C876B285C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DD46EACC-9DD5-C543-63DD-92EBAB96BC1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B2303313-263C-EB82-AB2F-BF060EFC7253}"/>
                </a:ext>
              </a:extLst>
            </p:cNvPr>
            <p:cNvGrpSpPr/>
            <p:nvPr/>
          </p:nvGrpSpPr>
          <p:grpSpPr>
            <a:xfrm rot="553339">
              <a:off x="7583" y="2094706"/>
              <a:ext cx="543138" cy="138439"/>
              <a:chOff x="0" y="0"/>
              <a:chExt cx="147751" cy="37660"/>
            </a:xfrm>
          </p:grpSpPr>
          <p:sp>
            <p:nvSpPr>
              <p:cNvPr id="41" name="Freeform 41">
                <a:extLst>
                  <a:ext uri="{FF2B5EF4-FFF2-40B4-BE49-F238E27FC236}">
                    <a16:creationId xmlns:a16="http://schemas.microsoft.com/office/drawing/2014/main" id="{007A5D51-F9D4-D9DE-B8F2-E323ED9E19B3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CAC450BC-C3DC-1870-8BF3-F3FF3C3A7EC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3B393E7A-F07F-5AAC-E7CC-D8B42ADC078F}"/>
                </a:ext>
              </a:extLst>
            </p:cNvPr>
            <p:cNvGrpSpPr/>
            <p:nvPr/>
          </p:nvGrpSpPr>
          <p:grpSpPr>
            <a:xfrm>
              <a:off x="279152" y="5963242"/>
              <a:ext cx="456256" cy="456256"/>
              <a:chOff x="0" y="0"/>
              <a:chExt cx="812800" cy="812800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F2A57D30-FF26-438F-A076-FF43FF021C4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5" name="TextBox 45">
                <a:extLst>
                  <a:ext uri="{FF2B5EF4-FFF2-40B4-BE49-F238E27FC236}">
                    <a16:creationId xmlns:a16="http://schemas.microsoft.com/office/drawing/2014/main" id="{F3B74FE0-9C8E-F90A-106C-B3E79094880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ACEC16E6-CFDA-2764-A3D4-3150E03AEE98}"/>
                </a:ext>
              </a:extLst>
            </p:cNvPr>
            <p:cNvGrpSpPr/>
            <p:nvPr/>
          </p:nvGrpSpPr>
          <p:grpSpPr>
            <a:xfrm rot="553339">
              <a:off x="7583" y="6094485"/>
              <a:ext cx="543138" cy="138439"/>
              <a:chOff x="0" y="0"/>
              <a:chExt cx="147751" cy="37660"/>
            </a:xfrm>
          </p:grpSpPr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A94DDB6F-EE5B-7D7E-1971-F45E403BC30B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8" name="TextBox 48">
                <a:extLst>
                  <a:ext uri="{FF2B5EF4-FFF2-40B4-BE49-F238E27FC236}">
                    <a16:creationId xmlns:a16="http://schemas.microsoft.com/office/drawing/2014/main" id="{F6883D75-1945-E26D-566F-9388F59B82A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43EE8EC4-A72C-3BD0-7EDA-63B05D407B83}"/>
                </a:ext>
              </a:extLst>
            </p:cNvPr>
            <p:cNvGrpSpPr/>
            <p:nvPr/>
          </p:nvGrpSpPr>
          <p:grpSpPr>
            <a:xfrm>
              <a:off x="279152" y="11296281"/>
              <a:ext cx="456256" cy="456256"/>
              <a:chOff x="0" y="0"/>
              <a:chExt cx="812800" cy="812800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A2E85FFE-E571-7D79-2D68-0E2E999E0F5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id="{A87B13F2-8C04-657F-14E8-3529BE92563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0407FBB3-75F5-0C43-35AE-628418A43BAB}"/>
                </a:ext>
              </a:extLst>
            </p:cNvPr>
            <p:cNvGrpSpPr/>
            <p:nvPr/>
          </p:nvGrpSpPr>
          <p:grpSpPr>
            <a:xfrm rot="553339">
              <a:off x="7583" y="11427524"/>
              <a:ext cx="543138" cy="138439"/>
              <a:chOff x="0" y="0"/>
              <a:chExt cx="147751" cy="37660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647D7797-D7A5-1295-5550-11624377BC77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id="{04BEE61C-F283-C630-5558-5D5F42A5FC9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id="{4E3F0219-9A93-E893-C724-55F2BD579493}"/>
                </a:ext>
              </a:extLst>
            </p:cNvPr>
            <p:cNvGrpSpPr/>
            <p:nvPr/>
          </p:nvGrpSpPr>
          <p:grpSpPr>
            <a:xfrm>
              <a:off x="279152" y="7296502"/>
              <a:ext cx="456256" cy="456256"/>
              <a:chOff x="0" y="0"/>
              <a:chExt cx="812800" cy="812800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3E7DA5AC-37DD-6831-3BF6-CD1D0DC06C6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id="{1C85C8BE-EDAB-374B-002E-496A080B1BC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8" name="Group 58">
              <a:extLst>
                <a:ext uri="{FF2B5EF4-FFF2-40B4-BE49-F238E27FC236}">
                  <a16:creationId xmlns:a16="http://schemas.microsoft.com/office/drawing/2014/main" id="{3A71319A-73A9-A10F-FD0F-FA2E6C150A66}"/>
                </a:ext>
              </a:extLst>
            </p:cNvPr>
            <p:cNvGrpSpPr/>
            <p:nvPr/>
          </p:nvGrpSpPr>
          <p:grpSpPr>
            <a:xfrm rot="553339">
              <a:off x="7583" y="7427745"/>
              <a:ext cx="543138" cy="138439"/>
              <a:chOff x="0" y="0"/>
              <a:chExt cx="147751" cy="37660"/>
            </a:xfrm>
          </p:grpSpPr>
          <p:sp>
            <p:nvSpPr>
              <p:cNvPr id="59" name="Freeform 59">
                <a:extLst>
                  <a:ext uri="{FF2B5EF4-FFF2-40B4-BE49-F238E27FC236}">
                    <a16:creationId xmlns:a16="http://schemas.microsoft.com/office/drawing/2014/main" id="{FD22E06E-8F8C-1D59-E99D-7883E3D483EA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0" name="TextBox 60">
                <a:extLst>
                  <a:ext uri="{FF2B5EF4-FFF2-40B4-BE49-F238E27FC236}">
                    <a16:creationId xmlns:a16="http://schemas.microsoft.com/office/drawing/2014/main" id="{EF7AB336-1F57-EF5B-3428-3141D099047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1" name="Group 61">
              <a:extLst>
                <a:ext uri="{FF2B5EF4-FFF2-40B4-BE49-F238E27FC236}">
                  <a16:creationId xmlns:a16="http://schemas.microsoft.com/office/drawing/2014/main" id="{79D7EFD7-C951-44E6-2FEB-AB184AAC5BF1}"/>
                </a:ext>
              </a:extLst>
            </p:cNvPr>
            <p:cNvGrpSpPr/>
            <p:nvPr/>
          </p:nvGrpSpPr>
          <p:grpSpPr>
            <a:xfrm>
              <a:off x="279152" y="12629540"/>
              <a:ext cx="456256" cy="456256"/>
              <a:chOff x="0" y="0"/>
              <a:chExt cx="812800" cy="812800"/>
            </a:xfrm>
          </p:grpSpPr>
          <p:sp>
            <p:nvSpPr>
              <p:cNvPr id="62" name="Freeform 62">
                <a:extLst>
                  <a:ext uri="{FF2B5EF4-FFF2-40B4-BE49-F238E27FC236}">
                    <a16:creationId xmlns:a16="http://schemas.microsoft.com/office/drawing/2014/main" id="{98626656-99B2-66A4-FA11-E6196113260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3" name="TextBox 63">
                <a:extLst>
                  <a:ext uri="{FF2B5EF4-FFF2-40B4-BE49-F238E27FC236}">
                    <a16:creationId xmlns:a16="http://schemas.microsoft.com/office/drawing/2014/main" id="{71BFC88D-9BB5-4DB8-EA1A-39609027FC4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4" name="Group 64">
              <a:extLst>
                <a:ext uri="{FF2B5EF4-FFF2-40B4-BE49-F238E27FC236}">
                  <a16:creationId xmlns:a16="http://schemas.microsoft.com/office/drawing/2014/main" id="{924F3BD3-3612-578B-0936-351894A7F92E}"/>
                </a:ext>
              </a:extLst>
            </p:cNvPr>
            <p:cNvGrpSpPr/>
            <p:nvPr/>
          </p:nvGrpSpPr>
          <p:grpSpPr>
            <a:xfrm rot="553339">
              <a:off x="7583" y="12760783"/>
              <a:ext cx="543138" cy="138439"/>
              <a:chOff x="0" y="0"/>
              <a:chExt cx="147751" cy="37660"/>
            </a:xfrm>
          </p:grpSpPr>
          <p:sp>
            <p:nvSpPr>
              <p:cNvPr id="65" name="Freeform 65">
                <a:extLst>
                  <a:ext uri="{FF2B5EF4-FFF2-40B4-BE49-F238E27FC236}">
                    <a16:creationId xmlns:a16="http://schemas.microsoft.com/office/drawing/2014/main" id="{1A51080B-7360-2568-3B6E-A2ED727156B5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6" name="TextBox 66">
                <a:extLst>
                  <a:ext uri="{FF2B5EF4-FFF2-40B4-BE49-F238E27FC236}">
                    <a16:creationId xmlns:a16="http://schemas.microsoft.com/office/drawing/2014/main" id="{0056A560-118D-815D-0B12-02384D60416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7" name="Group 67">
              <a:extLst>
                <a:ext uri="{FF2B5EF4-FFF2-40B4-BE49-F238E27FC236}">
                  <a16:creationId xmlns:a16="http://schemas.microsoft.com/office/drawing/2014/main" id="{AA6970DC-D133-537D-7EE2-6457B6C0A202}"/>
                </a:ext>
              </a:extLst>
            </p:cNvPr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68" name="Freeform 68">
                <a:extLst>
                  <a:ext uri="{FF2B5EF4-FFF2-40B4-BE49-F238E27FC236}">
                    <a16:creationId xmlns:a16="http://schemas.microsoft.com/office/drawing/2014/main" id="{A48EF309-BD86-20C6-D9A7-58808675E4C2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9" name="TextBox 69">
                <a:extLst>
                  <a:ext uri="{FF2B5EF4-FFF2-40B4-BE49-F238E27FC236}">
                    <a16:creationId xmlns:a16="http://schemas.microsoft.com/office/drawing/2014/main" id="{5A4FE5E6-E522-8CB2-F781-EBCE86E0DC5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0" name="Group 70">
              <a:extLst>
                <a:ext uri="{FF2B5EF4-FFF2-40B4-BE49-F238E27FC236}">
                  <a16:creationId xmlns:a16="http://schemas.microsoft.com/office/drawing/2014/main" id="{D5EC7037-8723-473F-06E1-2DBE95409CD6}"/>
                </a:ext>
              </a:extLst>
            </p:cNvPr>
            <p:cNvGrpSpPr/>
            <p:nvPr/>
          </p:nvGrpSpPr>
          <p:grpSpPr>
            <a:xfrm>
              <a:off x="24148870" y="0"/>
              <a:ext cx="357480" cy="13716000"/>
              <a:chOff x="0" y="0"/>
              <a:chExt cx="70613" cy="2709333"/>
            </a:xfrm>
          </p:grpSpPr>
          <p:sp>
            <p:nvSpPr>
              <p:cNvPr id="71" name="Freeform 71">
                <a:extLst>
                  <a:ext uri="{FF2B5EF4-FFF2-40B4-BE49-F238E27FC236}">
                    <a16:creationId xmlns:a16="http://schemas.microsoft.com/office/drawing/2014/main" id="{64353253-49FF-D165-BBB6-876CE960A4AF}"/>
                  </a:ext>
                </a:extLst>
              </p:cNvPr>
              <p:cNvSpPr/>
              <p:nvPr/>
            </p:nvSpPr>
            <p:spPr>
              <a:xfrm>
                <a:off x="0" y="0"/>
                <a:ext cx="7061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70613" h="2709333">
                    <a:moveTo>
                      <a:pt x="0" y="0"/>
                    </a:moveTo>
                    <a:lnTo>
                      <a:pt x="70613" y="0"/>
                    </a:lnTo>
                    <a:lnTo>
                      <a:pt x="706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72" name="TextBox 72">
                <a:extLst>
                  <a:ext uri="{FF2B5EF4-FFF2-40B4-BE49-F238E27FC236}">
                    <a16:creationId xmlns:a16="http://schemas.microsoft.com/office/drawing/2014/main" id="{2B6B4CE1-81AF-214C-737B-A1E67E8AB56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0613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3" name="Group 73">
              <a:extLst>
                <a:ext uri="{FF2B5EF4-FFF2-40B4-BE49-F238E27FC236}">
                  <a16:creationId xmlns:a16="http://schemas.microsoft.com/office/drawing/2014/main" id="{5722501A-1DB2-D708-3CE6-0AB7C292D3F2}"/>
                </a:ext>
              </a:extLst>
            </p:cNvPr>
            <p:cNvGrpSpPr/>
            <p:nvPr/>
          </p:nvGrpSpPr>
          <p:grpSpPr>
            <a:xfrm>
              <a:off x="21623711" y="858331"/>
              <a:ext cx="337709" cy="578975"/>
              <a:chOff x="0" y="0"/>
              <a:chExt cx="796036" cy="1364742"/>
            </a:xfrm>
          </p:grpSpPr>
          <p:sp>
            <p:nvSpPr>
              <p:cNvPr id="74" name="Freeform 74">
                <a:extLst>
                  <a:ext uri="{FF2B5EF4-FFF2-40B4-BE49-F238E27FC236}">
                    <a16:creationId xmlns:a16="http://schemas.microsoft.com/office/drawing/2014/main" id="{5C35FB25-AC38-F26A-CE6A-C9417D43EF8D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id="{2A16CE2A-61B0-9B45-2BFF-2694CB669D0A}"/>
                </a:ext>
              </a:extLst>
            </p:cNvPr>
            <p:cNvGrpSpPr/>
            <p:nvPr/>
          </p:nvGrpSpPr>
          <p:grpSpPr>
            <a:xfrm>
              <a:off x="22233628" y="858331"/>
              <a:ext cx="337709" cy="578975"/>
              <a:chOff x="0" y="0"/>
              <a:chExt cx="796036" cy="1364742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id="{3E30D675-8123-D927-AF4D-908026856799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7" name="Group 77">
              <a:extLst>
                <a:ext uri="{FF2B5EF4-FFF2-40B4-BE49-F238E27FC236}">
                  <a16:creationId xmlns:a16="http://schemas.microsoft.com/office/drawing/2014/main" id="{17F26EE4-539E-A222-C693-BFDDF5ACC326}"/>
                </a:ext>
              </a:extLst>
            </p:cNvPr>
            <p:cNvGrpSpPr/>
            <p:nvPr/>
          </p:nvGrpSpPr>
          <p:grpSpPr>
            <a:xfrm>
              <a:off x="22843546" y="858331"/>
              <a:ext cx="337709" cy="578975"/>
              <a:chOff x="0" y="0"/>
              <a:chExt cx="796036" cy="1364742"/>
            </a:xfrm>
          </p:grpSpPr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0AB43BFE-6B7A-B6B0-E098-D06AACB2E7BA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</p:grpSp>
      <p:grpSp>
        <p:nvGrpSpPr>
          <p:cNvPr id="79" name="Group 79">
            <a:extLst>
              <a:ext uri="{FF2B5EF4-FFF2-40B4-BE49-F238E27FC236}">
                <a16:creationId xmlns:a16="http://schemas.microsoft.com/office/drawing/2014/main" id="{DC8AFA79-6992-99B0-7D6B-05CE97A6227B}"/>
              </a:ext>
            </a:extLst>
          </p:cNvPr>
          <p:cNvGrpSpPr/>
          <p:nvPr/>
        </p:nvGrpSpPr>
        <p:grpSpPr>
          <a:xfrm>
            <a:off x="11078829" y="3294985"/>
            <a:ext cx="8823028" cy="8823028"/>
            <a:chOff x="0" y="0"/>
            <a:chExt cx="812800" cy="812800"/>
          </a:xfrm>
        </p:grpSpPr>
        <p:sp>
          <p:nvSpPr>
            <p:cNvPr id="80" name="Freeform 80">
              <a:extLst>
                <a:ext uri="{FF2B5EF4-FFF2-40B4-BE49-F238E27FC236}">
                  <a16:creationId xmlns:a16="http://schemas.microsoft.com/office/drawing/2014/main" id="{291D1358-FD59-55D2-C04E-92B59F21DE4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1" name="TextBox 81">
              <a:extLst>
                <a:ext uri="{FF2B5EF4-FFF2-40B4-BE49-F238E27FC236}">
                  <a16:creationId xmlns:a16="http://schemas.microsoft.com/office/drawing/2014/main" id="{60EA247F-07F2-811D-FE7A-C5E869E82A1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9170" tIns="39170" rIns="39170" bIns="3917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2" name="Group 82">
            <a:extLst>
              <a:ext uri="{FF2B5EF4-FFF2-40B4-BE49-F238E27FC236}">
                <a16:creationId xmlns:a16="http://schemas.microsoft.com/office/drawing/2014/main" id="{40B95B25-08BA-A1B2-582E-5990AD0ADC07}"/>
              </a:ext>
            </a:extLst>
          </p:cNvPr>
          <p:cNvGrpSpPr/>
          <p:nvPr/>
        </p:nvGrpSpPr>
        <p:grpSpPr>
          <a:xfrm>
            <a:off x="12173233" y="4055188"/>
            <a:ext cx="7302621" cy="7302621"/>
            <a:chOff x="0" y="0"/>
            <a:chExt cx="812800" cy="812800"/>
          </a:xfrm>
        </p:grpSpPr>
        <p:sp>
          <p:nvSpPr>
            <p:cNvPr id="83" name="Freeform 83">
              <a:extLst>
                <a:ext uri="{FF2B5EF4-FFF2-40B4-BE49-F238E27FC236}">
                  <a16:creationId xmlns:a16="http://schemas.microsoft.com/office/drawing/2014/main" id="{D65A33BB-BAA0-20E9-1AF0-6E21B86E7DA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5" name="Group 85">
            <a:extLst>
              <a:ext uri="{FF2B5EF4-FFF2-40B4-BE49-F238E27FC236}">
                <a16:creationId xmlns:a16="http://schemas.microsoft.com/office/drawing/2014/main" id="{DFBE1BE6-4699-65EA-C3AA-426846509B75}"/>
              </a:ext>
            </a:extLst>
          </p:cNvPr>
          <p:cNvGrpSpPr/>
          <p:nvPr/>
        </p:nvGrpSpPr>
        <p:grpSpPr>
          <a:xfrm>
            <a:off x="777612" y="2776252"/>
            <a:ext cx="10121343" cy="3223558"/>
            <a:chOff x="0" y="-314325"/>
            <a:chExt cx="13495123" cy="4298078"/>
          </a:xfrm>
        </p:grpSpPr>
        <p:sp>
          <p:nvSpPr>
            <p:cNvPr id="86" name="TextBox 86">
              <a:extLst>
                <a:ext uri="{FF2B5EF4-FFF2-40B4-BE49-F238E27FC236}">
                  <a16:creationId xmlns:a16="http://schemas.microsoft.com/office/drawing/2014/main" id="{B97C3955-9B35-34FD-E14F-4F5C90AAF825}"/>
                </a:ext>
              </a:extLst>
            </p:cNvPr>
            <p:cNvSpPr txBox="1"/>
            <p:nvPr/>
          </p:nvSpPr>
          <p:spPr>
            <a:xfrm>
              <a:off x="0" y="-314325"/>
              <a:ext cx="4639942" cy="3764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5"/>
                </a:lnSpc>
              </a:pPr>
              <a:r>
                <a:rPr lang="en-US" sz="17005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02</a:t>
              </a:r>
            </a:p>
          </p:txBody>
        </p:sp>
        <p:sp>
          <p:nvSpPr>
            <p:cNvPr id="87" name="TextBox 87">
              <a:extLst>
                <a:ext uri="{FF2B5EF4-FFF2-40B4-BE49-F238E27FC236}">
                  <a16:creationId xmlns:a16="http://schemas.microsoft.com/office/drawing/2014/main" id="{8245526B-8C16-BA3E-E016-DC6EF1E02D60}"/>
                </a:ext>
              </a:extLst>
            </p:cNvPr>
            <p:cNvSpPr txBox="1"/>
            <p:nvPr/>
          </p:nvSpPr>
          <p:spPr>
            <a:xfrm>
              <a:off x="4308666" y="498833"/>
              <a:ext cx="9186457" cy="1814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840"/>
                </a:lnSpc>
              </a:pPr>
              <a:r>
                <a:rPr lang="zh-CN" altLang="en-US" sz="7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流程介绍</a:t>
              </a:r>
            </a:p>
          </p:txBody>
        </p:sp>
        <p:sp>
          <p:nvSpPr>
            <p:cNvPr id="89" name="TextBox 89">
              <a:extLst>
                <a:ext uri="{FF2B5EF4-FFF2-40B4-BE49-F238E27FC236}">
                  <a16:creationId xmlns:a16="http://schemas.microsoft.com/office/drawing/2014/main" id="{AB6D9B96-1CED-526E-2FA8-7154B9B982E3}"/>
                </a:ext>
              </a:extLst>
            </p:cNvPr>
            <p:cNvSpPr txBox="1"/>
            <p:nvPr/>
          </p:nvSpPr>
          <p:spPr>
            <a:xfrm>
              <a:off x="692719" y="3521660"/>
              <a:ext cx="12645184" cy="4620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0"/>
                </a:lnSpc>
              </a:pPr>
              <a:r>
                <a:rPr lang="en-US" sz="1900" dirty="0" err="1">
                  <a:solidFill>
                    <a:srgbClr val="A6A6A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P</a:t>
              </a:r>
              <a:r>
                <a:rPr lang="en-US" altLang="zh-CN" sz="1900" dirty="0" err="1">
                  <a:solidFill>
                    <a:srgbClr val="A6A6A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ython+MySQL+DeepSeek</a:t>
              </a:r>
              <a:r>
                <a:rPr lang="en-US" altLang="zh-CN" sz="1900" dirty="0">
                  <a:solidFill>
                    <a:srgbClr val="A6A6A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/Ollama</a:t>
              </a:r>
              <a:r>
                <a:rPr lang="zh-CN" altLang="en-US" sz="1900" dirty="0">
                  <a:solidFill>
                    <a:srgbClr val="A6A6A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模型搭建的智能待办管理器</a:t>
              </a:r>
              <a:endParaRPr lang="en-US" sz="1900" dirty="0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0" name="AutoShape 90">
              <a:extLst>
                <a:ext uri="{FF2B5EF4-FFF2-40B4-BE49-F238E27FC236}">
                  <a16:creationId xmlns:a16="http://schemas.microsoft.com/office/drawing/2014/main" id="{EE3804C8-08FF-C122-42A1-0BB4454A6C32}"/>
                </a:ext>
              </a:extLst>
            </p:cNvPr>
            <p:cNvSpPr/>
            <p:nvPr/>
          </p:nvSpPr>
          <p:spPr>
            <a:xfrm>
              <a:off x="692718" y="3424517"/>
              <a:ext cx="12645184" cy="0"/>
            </a:xfrm>
            <a:prstGeom prst="line">
              <a:avLst/>
            </a:prstGeom>
            <a:ln w="50800" cap="flat">
              <a:solidFill>
                <a:srgbClr val="004AAD"/>
              </a:solidFill>
              <a:prstDash val="solid"/>
              <a:headEnd type="none" w="sm" len="sm"/>
              <a:tailEnd type="none" w="sm" len="sm"/>
            </a:ln>
          </p:spPr>
        </p:sp>
      </p:grpSp>
      <p:pic>
        <p:nvPicPr>
          <p:cNvPr id="92" name="图片 91">
            <a:extLst>
              <a:ext uri="{FF2B5EF4-FFF2-40B4-BE49-F238E27FC236}">
                <a16:creationId xmlns:a16="http://schemas.microsoft.com/office/drawing/2014/main" id="{D66BB609-DF5C-E9DF-814D-7574257657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5999" y="5382596"/>
            <a:ext cx="11101029" cy="499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915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3C43F-1251-BB27-4077-ED61C7C58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9DAD98-09B1-0367-2DA3-E8780AF78B4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0D6F3BE-F4A5-C7E1-BE8E-C1033725242B}"/>
              </a:ext>
            </a:extLst>
          </p:cNvPr>
          <p:cNvGrpSpPr/>
          <p:nvPr/>
        </p:nvGrpSpPr>
        <p:grpSpPr>
          <a:xfrm>
            <a:off x="0" y="0"/>
            <a:ext cx="18379763" cy="10287000"/>
            <a:chOff x="0" y="0"/>
            <a:chExt cx="24506350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4E877209-85DD-422E-786B-7FE83E4C2689}"/>
                </a:ext>
              </a:extLst>
            </p:cNvPr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8C5065D-AF93-91B2-3A25-A0338C76D016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31698D07-5C62-C27E-EB01-588341BCE75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5CAD9DFD-DDB8-02BE-72C0-AD95DE73086C}"/>
                </a:ext>
              </a:extLst>
            </p:cNvPr>
            <p:cNvGrpSpPr/>
            <p:nvPr/>
          </p:nvGrpSpPr>
          <p:grpSpPr>
            <a:xfrm>
              <a:off x="279152" y="630203"/>
              <a:ext cx="456256" cy="456256"/>
              <a:chOff x="0" y="0"/>
              <a:chExt cx="812800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2C7DFE9-77C1-40C3-019C-4A905BA1730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E9B66AD-D495-6A3E-43C6-288ECB23849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70AA3BD0-D41F-D570-82DF-0B24CD8C5112}"/>
                </a:ext>
              </a:extLst>
            </p:cNvPr>
            <p:cNvGrpSpPr/>
            <p:nvPr/>
          </p:nvGrpSpPr>
          <p:grpSpPr>
            <a:xfrm rot="553339">
              <a:off x="7583" y="761446"/>
              <a:ext cx="543138" cy="138439"/>
              <a:chOff x="0" y="0"/>
              <a:chExt cx="147751" cy="3766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E2CC0DC7-8027-6021-0189-1192493CBDB9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270B974A-3FE9-C790-0BB5-6813D76940F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16AEA59C-64E9-E527-17D9-D71D40870BB7}"/>
                </a:ext>
              </a:extLst>
            </p:cNvPr>
            <p:cNvGrpSpPr/>
            <p:nvPr/>
          </p:nvGrpSpPr>
          <p:grpSpPr>
            <a:xfrm>
              <a:off x="279152" y="3296723"/>
              <a:ext cx="456256" cy="456256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99A76B9B-5740-88E1-3775-63D57452B37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D8BF8E6F-46EC-CAD6-04FB-D98287F26EA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66F74693-9CC3-888C-EB67-7DF17FF2003B}"/>
                </a:ext>
              </a:extLst>
            </p:cNvPr>
            <p:cNvGrpSpPr/>
            <p:nvPr/>
          </p:nvGrpSpPr>
          <p:grpSpPr>
            <a:xfrm rot="553339">
              <a:off x="7583" y="3427966"/>
              <a:ext cx="543138" cy="138439"/>
              <a:chOff x="0" y="0"/>
              <a:chExt cx="147751" cy="3766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824F49F8-717B-A136-A913-E8F157F86BCB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C5E4779D-2F59-A061-1A9E-9B2A409D04B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6659544A-3FA1-8589-82A2-022AF13792BA}"/>
                </a:ext>
              </a:extLst>
            </p:cNvPr>
            <p:cNvGrpSpPr/>
            <p:nvPr/>
          </p:nvGrpSpPr>
          <p:grpSpPr>
            <a:xfrm>
              <a:off x="279152" y="8629761"/>
              <a:ext cx="456256" cy="456256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29B93BDF-EAA5-2DE6-5ACD-A562CC39F8D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4B9242AB-B2B5-36B6-D1B7-0B05D5FFEB6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8A0F5528-A0EA-2497-57E5-5CA2760E3F86}"/>
                </a:ext>
              </a:extLst>
            </p:cNvPr>
            <p:cNvGrpSpPr/>
            <p:nvPr/>
          </p:nvGrpSpPr>
          <p:grpSpPr>
            <a:xfrm rot="553339">
              <a:off x="7583" y="8761004"/>
              <a:ext cx="543138" cy="138439"/>
              <a:chOff x="0" y="0"/>
              <a:chExt cx="147751" cy="3766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3EC68043-566A-A736-9F47-F57E4C6A03C2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FF6DE4D4-7099-DFA0-34C3-3999C952249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96EFC87C-76FB-A123-426F-A72DE54C6073}"/>
                </a:ext>
              </a:extLst>
            </p:cNvPr>
            <p:cNvGrpSpPr/>
            <p:nvPr/>
          </p:nvGrpSpPr>
          <p:grpSpPr>
            <a:xfrm>
              <a:off x="279152" y="4629982"/>
              <a:ext cx="456256" cy="456256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83729BCE-6012-BEE7-CD25-A2219A2A8B9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DE8E00D8-C854-99C0-7C59-733D6C49097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79313739-F962-3C64-529C-B617E53B3E00}"/>
                </a:ext>
              </a:extLst>
            </p:cNvPr>
            <p:cNvGrpSpPr/>
            <p:nvPr/>
          </p:nvGrpSpPr>
          <p:grpSpPr>
            <a:xfrm rot="553339">
              <a:off x="7583" y="4761225"/>
              <a:ext cx="543138" cy="138439"/>
              <a:chOff x="0" y="0"/>
              <a:chExt cx="147751" cy="3766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CC30D38C-3432-3BFA-A8BF-EA157C9EA666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20707AC9-F2A8-AA58-5FFF-ADA3D69BE77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114B317D-081C-17BC-D7F8-0001B735BD5E}"/>
                </a:ext>
              </a:extLst>
            </p:cNvPr>
            <p:cNvGrpSpPr/>
            <p:nvPr/>
          </p:nvGrpSpPr>
          <p:grpSpPr>
            <a:xfrm>
              <a:off x="279152" y="9963021"/>
              <a:ext cx="456256" cy="456256"/>
              <a:chOff x="0" y="0"/>
              <a:chExt cx="812800" cy="812800"/>
            </a:xfrm>
          </p:grpSpPr>
          <p:sp>
            <p:nvSpPr>
              <p:cNvPr id="32" name="Freeform 32">
                <a:extLst>
                  <a:ext uri="{FF2B5EF4-FFF2-40B4-BE49-F238E27FC236}">
                    <a16:creationId xmlns:a16="http://schemas.microsoft.com/office/drawing/2014/main" id="{9A2BC4E0-5B43-81CF-01EF-46D219ED639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3" name="TextBox 33">
                <a:extLst>
                  <a:ext uri="{FF2B5EF4-FFF2-40B4-BE49-F238E27FC236}">
                    <a16:creationId xmlns:a16="http://schemas.microsoft.com/office/drawing/2014/main" id="{91A2C00D-94D1-B73C-09EC-6BC3A6AFF29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1B38DC5A-4727-E628-AFE2-C22812CB402B}"/>
                </a:ext>
              </a:extLst>
            </p:cNvPr>
            <p:cNvGrpSpPr/>
            <p:nvPr/>
          </p:nvGrpSpPr>
          <p:grpSpPr>
            <a:xfrm rot="553339">
              <a:off x="7583" y="10094264"/>
              <a:ext cx="543138" cy="138439"/>
              <a:chOff x="0" y="0"/>
              <a:chExt cx="147751" cy="37660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F21041C0-D7BE-ABD6-4F5E-5A6A1CFCAE25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F9802D40-BB3F-143A-F636-AFCDB3D75CC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84ABC7E4-5C43-E9B1-3FB9-4551944F536F}"/>
                </a:ext>
              </a:extLst>
            </p:cNvPr>
            <p:cNvGrpSpPr/>
            <p:nvPr/>
          </p:nvGrpSpPr>
          <p:grpSpPr>
            <a:xfrm>
              <a:off x="279152" y="1963463"/>
              <a:ext cx="456256" cy="456256"/>
              <a:chOff x="0" y="0"/>
              <a:chExt cx="812800" cy="812800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63C769C1-41E2-1037-56C3-4D852FAFA3F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17BB8CAA-D186-162B-0304-54AFA1346FD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4B679A2A-9FF7-4A7A-1E09-0A10BAA359CE}"/>
                </a:ext>
              </a:extLst>
            </p:cNvPr>
            <p:cNvGrpSpPr/>
            <p:nvPr/>
          </p:nvGrpSpPr>
          <p:grpSpPr>
            <a:xfrm rot="553339">
              <a:off x="7583" y="2094706"/>
              <a:ext cx="543138" cy="138439"/>
              <a:chOff x="0" y="0"/>
              <a:chExt cx="147751" cy="37660"/>
            </a:xfrm>
          </p:grpSpPr>
          <p:sp>
            <p:nvSpPr>
              <p:cNvPr id="41" name="Freeform 41">
                <a:extLst>
                  <a:ext uri="{FF2B5EF4-FFF2-40B4-BE49-F238E27FC236}">
                    <a16:creationId xmlns:a16="http://schemas.microsoft.com/office/drawing/2014/main" id="{0C93BD4C-01FD-AB4B-145D-E61C971AC682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37B3BBAE-D768-28BE-44AF-90B428C0B8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97374BE5-40AD-11A9-EEC4-113C1638B7AB}"/>
                </a:ext>
              </a:extLst>
            </p:cNvPr>
            <p:cNvGrpSpPr/>
            <p:nvPr/>
          </p:nvGrpSpPr>
          <p:grpSpPr>
            <a:xfrm>
              <a:off x="279152" y="5963242"/>
              <a:ext cx="456256" cy="456256"/>
              <a:chOff x="0" y="0"/>
              <a:chExt cx="812800" cy="812800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E4D2C214-D097-8E77-E651-A3B53719C6B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5" name="TextBox 45">
                <a:extLst>
                  <a:ext uri="{FF2B5EF4-FFF2-40B4-BE49-F238E27FC236}">
                    <a16:creationId xmlns:a16="http://schemas.microsoft.com/office/drawing/2014/main" id="{C89AD3C4-EA68-C51B-4EF2-583ABDCCEE5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61A1BC64-DE53-D3D2-6779-4971CF162F31}"/>
                </a:ext>
              </a:extLst>
            </p:cNvPr>
            <p:cNvGrpSpPr/>
            <p:nvPr/>
          </p:nvGrpSpPr>
          <p:grpSpPr>
            <a:xfrm rot="553339">
              <a:off x="7583" y="6094485"/>
              <a:ext cx="543138" cy="138439"/>
              <a:chOff x="0" y="0"/>
              <a:chExt cx="147751" cy="37660"/>
            </a:xfrm>
          </p:grpSpPr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45D82F0E-8192-B284-F1B7-8A910D65A99A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8" name="TextBox 48">
                <a:extLst>
                  <a:ext uri="{FF2B5EF4-FFF2-40B4-BE49-F238E27FC236}">
                    <a16:creationId xmlns:a16="http://schemas.microsoft.com/office/drawing/2014/main" id="{B8EAAF47-0C79-305E-B928-6187C75F8B1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DE5F87C0-3320-093E-8DB9-8360D942DFA9}"/>
                </a:ext>
              </a:extLst>
            </p:cNvPr>
            <p:cNvGrpSpPr/>
            <p:nvPr/>
          </p:nvGrpSpPr>
          <p:grpSpPr>
            <a:xfrm>
              <a:off x="279152" y="11296281"/>
              <a:ext cx="456256" cy="456256"/>
              <a:chOff x="0" y="0"/>
              <a:chExt cx="812800" cy="812800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63F50317-F915-D898-FCA7-0CC97CFC0D3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id="{C53E26FB-98C8-CF4E-1526-3054AAAC3A5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E74685C0-C91C-860E-36A1-84148EFFE4C6}"/>
                </a:ext>
              </a:extLst>
            </p:cNvPr>
            <p:cNvGrpSpPr/>
            <p:nvPr/>
          </p:nvGrpSpPr>
          <p:grpSpPr>
            <a:xfrm rot="553339">
              <a:off x="7583" y="11427524"/>
              <a:ext cx="543138" cy="138439"/>
              <a:chOff x="0" y="0"/>
              <a:chExt cx="147751" cy="37660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613C845C-65BB-D5F6-296D-5F77B8C96748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id="{0DF3DFA1-4D83-770F-C2D3-C64A5515E8F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id="{241C2E1A-E3B4-2C98-8A52-E1FD5004C746}"/>
                </a:ext>
              </a:extLst>
            </p:cNvPr>
            <p:cNvGrpSpPr/>
            <p:nvPr/>
          </p:nvGrpSpPr>
          <p:grpSpPr>
            <a:xfrm>
              <a:off x="279152" y="7296502"/>
              <a:ext cx="456256" cy="456256"/>
              <a:chOff x="0" y="0"/>
              <a:chExt cx="812800" cy="812800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3D0DA60E-CAE7-9357-21CE-DA608FF6DEB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id="{F3AA5688-8AC8-E2CB-3616-F3DE0B003EA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8" name="Group 58">
              <a:extLst>
                <a:ext uri="{FF2B5EF4-FFF2-40B4-BE49-F238E27FC236}">
                  <a16:creationId xmlns:a16="http://schemas.microsoft.com/office/drawing/2014/main" id="{A3FF02D1-DD4C-1000-79C5-0243D07BADBC}"/>
                </a:ext>
              </a:extLst>
            </p:cNvPr>
            <p:cNvGrpSpPr/>
            <p:nvPr/>
          </p:nvGrpSpPr>
          <p:grpSpPr>
            <a:xfrm rot="553339">
              <a:off x="7583" y="7427745"/>
              <a:ext cx="543138" cy="138439"/>
              <a:chOff x="0" y="0"/>
              <a:chExt cx="147751" cy="37660"/>
            </a:xfrm>
          </p:grpSpPr>
          <p:sp>
            <p:nvSpPr>
              <p:cNvPr id="59" name="Freeform 59">
                <a:extLst>
                  <a:ext uri="{FF2B5EF4-FFF2-40B4-BE49-F238E27FC236}">
                    <a16:creationId xmlns:a16="http://schemas.microsoft.com/office/drawing/2014/main" id="{F6AE11E8-7126-643C-FF19-CC4BE65B5B85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0" name="TextBox 60">
                <a:extLst>
                  <a:ext uri="{FF2B5EF4-FFF2-40B4-BE49-F238E27FC236}">
                    <a16:creationId xmlns:a16="http://schemas.microsoft.com/office/drawing/2014/main" id="{AD4214A8-EE26-3952-4ACB-A53B31840DE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1" name="Group 61">
              <a:extLst>
                <a:ext uri="{FF2B5EF4-FFF2-40B4-BE49-F238E27FC236}">
                  <a16:creationId xmlns:a16="http://schemas.microsoft.com/office/drawing/2014/main" id="{78B2F4A0-D691-166D-E24A-B37ED6C9AD5C}"/>
                </a:ext>
              </a:extLst>
            </p:cNvPr>
            <p:cNvGrpSpPr/>
            <p:nvPr/>
          </p:nvGrpSpPr>
          <p:grpSpPr>
            <a:xfrm>
              <a:off x="279152" y="12629540"/>
              <a:ext cx="456256" cy="456256"/>
              <a:chOff x="0" y="0"/>
              <a:chExt cx="812800" cy="812800"/>
            </a:xfrm>
          </p:grpSpPr>
          <p:sp>
            <p:nvSpPr>
              <p:cNvPr id="62" name="Freeform 62">
                <a:extLst>
                  <a:ext uri="{FF2B5EF4-FFF2-40B4-BE49-F238E27FC236}">
                    <a16:creationId xmlns:a16="http://schemas.microsoft.com/office/drawing/2014/main" id="{9E31FA15-04E5-979C-6477-5FC2E665FC4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3" name="TextBox 63">
                <a:extLst>
                  <a:ext uri="{FF2B5EF4-FFF2-40B4-BE49-F238E27FC236}">
                    <a16:creationId xmlns:a16="http://schemas.microsoft.com/office/drawing/2014/main" id="{1B68F1D5-13C3-F391-9CEF-A3B7B1142EE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4" name="Group 64">
              <a:extLst>
                <a:ext uri="{FF2B5EF4-FFF2-40B4-BE49-F238E27FC236}">
                  <a16:creationId xmlns:a16="http://schemas.microsoft.com/office/drawing/2014/main" id="{CF1B53D5-982A-7719-D869-65D5BEC4BE90}"/>
                </a:ext>
              </a:extLst>
            </p:cNvPr>
            <p:cNvGrpSpPr/>
            <p:nvPr/>
          </p:nvGrpSpPr>
          <p:grpSpPr>
            <a:xfrm rot="553339">
              <a:off x="7583" y="12760783"/>
              <a:ext cx="543138" cy="138439"/>
              <a:chOff x="0" y="0"/>
              <a:chExt cx="147751" cy="37660"/>
            </a:xfrm>
          </p:grpSpPr>
          <p:sp>
            <p:nvSpPr>
              <p:cNvPr id="65" name="Freeform 65">
                <a:extLst>
                  <a:ext uri="{FF2B5EF4-FFF2-40B4-BE49-F238E27FC236}">
                    <a16:creationId xmlns:a16="http://schemas.microsoft.com/office/drawing/2014/main" id="{EC21B706-44A1-CB07-4443-4F89D87651D3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6" name="TextBox 66">
                <a:extLst>
                  <a:ext uri="{FF2B5EF4-FFF2-40B4-BE49-F238E27FC236}">
                    <a16:creationId xmlns:a16="http://schemas.microsoft.com/office/drawing/2014/main" id="{07641242-9CD4-24AA-E26A-DCC830353C1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7" name="Group 67">
              <a:extLst>
                <a:ext uri="{FF2B5EF4-FFF2-40B4-BE49-F238E27FC236}">
                  <a16:creationId xmlns:a16="http://schemas.microsoft.com/office/drawing/2014/main" id="{EC54DE86-6D51-AC56-5409-630671345ECB}"/>
                </a:ext>
              </a:extLst>
            </p:cNvPr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68" name="Freeform 68">
                <a:extLst>
                  <a:ext uri="{FF2B5EF4-FFF2-40B4-BE49-F238E27FC236}">
                    <a16:creationId xmlns:a16="http://schemas.microsoft.com/office/drawing/2014/main" id="{616AE4C4-8638-C2EF-A982-95AA5CC2DF44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9" name="TextBox 69">
                <a:extLst>
                  <a:ext uri="{FF2B5EF4-FFF2-40B4-BE49-F238E27FC236}">
                    <a16:creationId xmlns:a16="http://schemas.microsoft.com/office/drawing/2014/main" id="{D5B98824-3B3D-9ABB-5C19-55EFD913221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0" name="Group 70">
              <a:extLst>
                <a:ext uri="{FF2B5EF4-FFF2-40B4-BE49-F238E27FC236}">
                  <a16:creationId xmlns:a16="http://schemas.microsoft.com/office/drawing/2014/main" id="{47405D25-324E-1CD3-578D-A89BE478CA2D}"/>
                </a:ext>
              </a:extLst>
            </p:cNvPr>
            <p:cNvGrpSpPr/>
            <p:nvPr/>
          </p:nvGrpSpPr>
          <p:grpSpPr>
            <a:xfrm>
              <a:off x="24148870" y="0"/>
              <a:ext cx="357480" cy="13716000"/>
              <a:chOff x="0" y="0"/>
              <a:chExt cx="70613" cy="2709333"/>
            </a:xfrm>
          </p:grpSpPr>
          <p:sp>
            <p:nvSpPr>
              <p:cNvPr id="71" name="Freeform 71">
                <a:extLst>
                  <a:ext uri="{FF2B5EF4-FFF2-40B4-BE49-F238E27FC236}">
                    <a16:creationId xmlns:a16="http://schemas.microsoft.com/office/drawing/2014/main" id="{C5FD170B-266A-BFA8-1B9F-54298AC0CEDA}"/>
                  </a:ext>
                </a:extLst>
              </p:cNvPr>
              <p:cNvSpPr/>
              <p:nvPr/>
            </p:nvSpPr>
            <p:spPr>
              <a:xfrm>
                <a:off x="0" y="0"/>
                <a:ext cx="7061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70613" h="2709333">
                    <a:moveTo>
                      <a:pt x="0" y="0"/>
                    </a:moveTo>
                    <a:lnTo>
                      <a:pt x="70613" y="0"/>
                    </a:lnTo>
                    <a:lnTo>
                      <a:pt x="706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72" name="TextBox 72">
                <a:extLst>
                  <a:ext uri="{FF2B5EF4-FFF2-40B4-BE49-F238E27FC236}">
                    <a16:creationId xmlns:a16="http://schemas.microsoft.com/office/drawing/2014/main" id="{F80780B7-E3EF-D7E0-C996-672AB5594B8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0613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3" name="Group 73">
              <a:extLst>
                <a:ext uri="{FF2B5EF4-FFF2-40B4-BE49-F238E27FC236}">
                  <a16:creationId xmlns:a16="http://schemas.microsoft.com/office/drawing/2014/main" id="{52D74886-8E8A-E2A0-106E-93EED989D546}"/>
                </a:ext>
              </a:extLst>
            </p:cNvPr>
            <p:cNvGrpSpPr/>
            <p:nvPr/>
          </p:nvGrpSpPr>
          <p:grpSpPr>
            <a:xfrm>
              <a:off x="21623711" y="858331"/>
              <a:ext cx="337709" cy="578975"/>
              <a:chOff x="0" y="0"/>
              <a:chExt cx="796036" cy="1364742"/>
            </a:xfrm>
          </p:grpSpPr>
          <p:sp>
            <p:nvSpPr>
              <p:cNvPr id="74" name="Freeform 74">
                <a:extLst>
                  <a:ext uri="{FF2B5EF4-FFF2-40B4-BE49-F238E27FC236}">
                    <a16:creationId xmlns:a16="http://schemas.microsoft.com/office/drawing/2014/main" id="{074625D3-E870-EB6E-9B96-DD2EC3C2EA4B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id="{D9FD8C21-AF85-6D75-2FBB-EBDE3E5F12E3}"/>
                </a:ext>
              </a:extLst>
            </p:cNvPr>
            <p:cNvGrpSpPr/>
            <p:nvPr/>
          </p:nvGrpSpPr>
          <p:grpSpPr>
            <a:xfrm>
              <a:off x="22233628" y="858331"/>
              <a:ext cx="337709" cy="578975"/>
              <a:chOff x="0" y="0"/>
              <a:chExt cx="796036" cy="1364742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id="{4FE0AE20-C77A-06B0-E52D-88AF84A0C3A5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7" name="Group 77">
              <a:extLst>
                <a:ext uri="{FF2B5EF4-FFF2-40B4-BE49-F238E27FC236}">
                  <a16:creationId xmlns:a16="http://schemas.microsoft.com/office/drawing/2014/main" id="{8A939C00-3F64-4A2A-1FC7-5A6C038CC6CE}"/>
                </a:ext>
              </a:extLst>
            </p:cNvPr>
            <p:cNvGrpSpPr/>
            <p:nvPr/>
          </p:nvGrpSpPr>
          <p:grpSpPr>
            <a:xfrm>
              <a:off x="22843546" y="858331"/>
              <a:ext cx="337709" cy="578975"/>
              <a:chOff x="0" y="0"/>
              <a:chExt cx="796036" cy="1364742"/>
            </a:xfrm>
          </p:grpSpPr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F8859A94-BEDB-4B97-39E2-BC27F166ECE4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55A9C468-3F67-534A-7D44-F21E24C81934}"/>
              </a:ext>
            </a:extLst>
          </p:cNvPr>
          <p:cNvGrpSpPr/>
          <p:nvPr/>
        </p:nvGrpSpPr>
        <p:grpSpPr>
          <a:xfrm>
            <a:off x="990600" y="419616"/>
            <a:ext cx="8479954" cy="1349493"/>
            <a:chOff x="1560" y="661"/>
            <a:chExt cx="13354" cy="2125"/>
          </a:xfrm>
        </p:grpSpPr>
        <p:sp>
          <p:nvSpPr>
            <p:cNvPr id="119" name="TextBox 113">
              <a:extLst>
                <a:ext uri="{FF2B5EF4-FFF2-40B4-BE49-F238E27FC236}">
                  <a16:creationId xmlns:a16="http://schemas.microsoft.com/office/drawing/2014/main" id="{B5658649-088C-3174-5851-C30C5630761F}"/>
                </a:ext>
              </a:extLst>
            </p:cNvPr>
            <p:cNvSpPr txBox="1"/>
            <p:nvPr/>
          </p:nvSpPr>
          <p:spPr>
            <a:xfrm>
              <a:off x="4064" y="661"/>
              <a:ext cx="10850" cy="1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920"/>
                </a:lnSpc>
              </a:pPr>
              <a:r>
                <a:rPr lang="zh-CN" altLang="en-US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项目结构图</a:t>
              </a:r>
              <a:r>
                <a:rPr lang="en-US" altLang="zh-CN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 </a:t>
              </a:r>
              <a:endParaRPr lang="zh-CN" altLang="en-US" sz="6000" dirty="0">
                <a:solidFill>
                  <a:srgbClr val="004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pic>
          <p:nvPicPr>
            <p:cNvPr id="118" name="图片 136" descr="仅校徽">
              <a:extLst>
                <a:ext uri="{FF2B5EF4-FFF2-40B4-BE49-F238E27FC236}">
                  <a16:creationId xmlns:a16="http://schemas.microsoft.com/office/drawing/2014/main" id="{52EEEDCC-C977-BDE7-F0B8-15301BEB8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60" y="686"/>
              <a:ext cx="2100" cy="2100"/>
            </a:xfrm>
            <a:prstGeom prst="rect">
              <a:avLst/>
            </a:prstGeom>
          </p:spPr>
        </p:pic>
      </p:grpSp>
      <p:pic>
        <p:nvPicPr>
          <p:cNvPr id="86" name="图片 85">
            <a:extLst>
              <a:ext uri="{FF2B5EF4-FFF2-40B4-BE49-F238E27FC236}">
                <a16:creationId xmlns:a16="http://schemas.microsoft.com/office/drawing/2014/main" id="{E75348D6-FA26-8FEA-8125-78AE9A8066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5181" y="792182"/>
            <a:ext cx="9164329" cy="864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3182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8E257-FE17-6FA9-08B0-5F70FA2F3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D91BA2-9047-37F0-018B-841D0208240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4E48733-FD9F-7FB3-0E35-331A6DBDBCBD}"/>
              </a:ext>
            </a:extLst>
          </p:cNvPr>
          <p:cNvGrpSpPr/>
          <p:nvPr/>
        </p:nvGrpSpPr>
        <p:grpSpPr>
          <a:xfrm>
            <a:off x="0" y="0"/>
            <a:ext cx="18379763" cy="10287000"/>
            <a:chOff x="0" y="0"/>
            <a:chExt cx="24506350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AC9CD18-7562-4533-6560-8DC202CFE528}"/>
                </a:ext>
              </a:extLst>
            </p:cNvPr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CA6ABA64-A14E-029C-7C7B-3A5EA900EFED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8A271D3C-7D55-CBD8-9D2E-55FE8729710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6B8D326-4BF6-811A-4090-1A282D9BC613}"/>
                </a:ext>
              </a:extLst>
            </p:cNvPr>
            <p:cNvGrpSpPr/>
            <p:nvPr/>
          </p:nvGrpSpPr>
          <p:grpSpPr>
            <a:xfrm>
              <a:off x="279152" y="630203"/>
              <a:ext cx="456256" cy="456256"/>
              <a:chOff x="0" y="0"/>
              <a:chExt cx="812800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3543C56-18B1-2EDF-4A82-63EC06B4116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E5C7F94-27F2-4232-2623-08AF3896523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425915D8-033B-C594-D212-3D6BEE01FB7C}"/>
                </a:ext>
              </a:extLst>
            </p:cNvPr>
            <p:cNvGrpSpPr/>
            <p:nvPr/>
          </p:nvGrpSpPr>
          <p:grpSpPr>
            <a:xfrm rot="553339">
              <a:off x="7583" y="761446"/>
              <a:ext cx="543138" cy="138439"/>
              <a:chOff x="0" y="0"/>
              <a:chExt cx="147751" cy="3766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D3F8DD8B-6084-6240-ED6B-F6F2427DF05A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511C222-D7F3-77D5-7B85-8EACFDDA4C5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F488F55F-99AA-88B4-D94D-79400047FCF7}"/>
                </a:ext>
              </a:extLst>
            </p:cNvPr>
            <p:cNvGrpSpPr/>
            <p:nvPr/>
          </p:nvGrpSpPr>
          <p:grpSpPr>
            <a:xfrm>
              <a:off x="279152" y="3296723"/>
              <a:ext cx="456256" cy="456256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086483A1-3B03-741B-F030-AA6F1691AF1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9358D96E-8E45-F029-A9B5-216A4017A9C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F6759E8A-383E-D1A4-A96F-408B9F37B2C5}"/>
                </a:ext>
              </a:extLst>
            </p:cNvPr>
            <p:cNvGrpSpPr/>
            <p:nvPr/>
          </p:nvGrpSpPr>
          <p:grpSpPr>
            <a:xfrm rot="553339">
              <a:off x="7583" y="3427966"/>
              <a:ext cx="543138" cy="138439"/>
              <a:chOff x="0" y="0"/>
              <a:chExt cx="147751" cy="3766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57A764FB-087F-8BDB-6620-CAE09CAA90D3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8101420F-FB19-D88A-654F-619EC1AB024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678E2D81-8DF9-72CF-01AD-E0F7BF738E94}"/>
                </a:ext>
              </a:extLst>
            </p:cNvPr>
            <p:cNvGrpSpPr/>
            <p:nvPr/>
          </p:nvGrpSpPr>
          <p:grpSpPr>
            <a:xfrm>
              <a:off x="279152" y="8629761"/>
              <a:ext cx="456256" cy="456256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15B3F725-C967-2BC2-928C-E89A843DE53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F21B1E76-DEA2-BAF6-8B99-50187DFFCC4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E0FD73D2-8481-23CD-8B10-59D8D8B673BA}"/>
                </a:ext>
              </a:extLst>
            </p:cNvPr>
            <p:cNvGrpSpPr/>
            <p:nvPr/>
          </p:nvGrpSpPr>
          <p:grpSpPr>
            <a:xfrm rot="553339">
              <a:off x="7583" y="8761004"/>
              <a:ext cx="543138" cy="138439"/>
              <a:chOff x="0" y="0"/>
              <a:chExt cx="147751" cy="3766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90C96DCA-B084-39D7-266D-DCF516FE1D8A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6F2D8C07-2856-DF04-723A-3F53C992D13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9F6807FB-D8AC-D0FE-6CFB-BABCD8636A3B}"/>
                </a:ext>
              </a:extLst>
            </p:cNvPr>
            <p:cNvGrpSpPr/>
            <p:nvPr/>
          </p:nvGrpSpPr>
          <p:grpSpPr>
            <a:xfrm>
              <a:off x="279152" y="4629982"/>
              <a:ext cx="456256" cy="456256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86AA7196-1949-0202-087C-4FF5EB30A44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DC836C21-5BB6-DD01-B678-46E1208458B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BBF1E742-2246-BDA1-86E5-A66D1C825996}"/>
                </a:ext>
              </a:extLst>
            </p:cNvPr>
            <p:cNvGrpSpPr/>
            <p:nvPr/>
          </p:nvGrpSpPr>
          <p:grpSpPr>
            <a:xfrm rot="553339">
              <a:off x="7583" y="4761225"/>
              <a:ext cx="543138" cy="138439"/>
              <a:chOff x="0" y="0"/>
              <a:chExt cx="147751" cy="3766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0BB92C81-3DA1-7849-E43A-CBFCF942F4E5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851F57DD-CDAB-9CFE-89FC-B8DFFDB1D89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2DD31773-E7FA-B75E-9E02-B1B6F50711E9}"/>
                </a:ext>
              </a:extLst>
            </p:cNvPr>
            <p:cNvGrpSpPr/>
            <p:nvPr/>
          </p:nvGrpSpPr>
          <p:grpSpPr>
            <a:xfrm>
              <a:off x="279152" y="9963021"/>
              <a:ext cx="456256" cy="456256"/>
              <a:chOff x="0" y="0"/>
              <a:chExt cx="812800" cy="812800"/>
            </a:xfrm>
          </p:grpSpPr>
          <p:sp>
            <p:nvSpPr>
              <p:cNvPr id="32" name="Freeform 32">
                <a:extLst>
                  <a:ext uri="{FF2B5EF4-FFF2-40B4-BE49-F238E27FC236}">
                    <a16:creationId xmlns:a16="http://schemas.microsoft.com/office/drawing/2014/main" id="{E30C1049-4AFA-97F3-58D7-94F382A3C8A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3" name="TextBox 33">
                <a:extLst>
                  <a:ext uri="{FF2B5EF4-FFF2-40B4-BE49-F238E27FC236}">
                    <a16:creationId xmlns:a16="http://schemas.microsoft.com/office/drawing/2014/main" id="{0C584636-A783-2415-44F7-4C3DDE784B8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B0584A9D-2EBD-E735-4794-EE168DB84AA8}"/>
                </a:ext>
              </a:extLst>
            </p:cNvPr>
            <p:cNvGrpSpPr/>
            <p:nvPr/>
          </p:nvGrpSpPr>
          <p:grpSpPr>
            <a:xfrm rot="553339">
              <a:off x="7583" y="10094264"/>
              <a:ext cx="543138" cy="138439"/>
              <a:chOff x="0" y="0"/>
              <a:chExt cx="147751" cy="37660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7647CA77-C95C-64B8-F0B5-4A032FD3AF58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810081F0-6DE9-3895-DDFA-72FBD06D0F3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4599406A-7AD5-ECBD-C63A-11246F4B99F1}"/>
                </a:ext>
              </a:extLst>
            </p:cNvPr>
            <p:cNvGrpSpPr/>
            <p:nvPr/>
          </p:nvGrpSpPr>
          <p:grpSpPr>
            <a:xfrm>
              <a:off x="279152" y="1963463"/>
              <a:ext cx="456256" cy="456256"/>
              <a:chOff x="0" y="0"/>
              <a:chExt cx="812800" cy="812800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56C38AE-8C0A-4E04-B934-76B3C046C80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F1D022E9-96B6-8062-0E08-94F184398F6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5D30A395-BCE0-FE92-25F8-F153DC2F942B}"/>
                </a:ext>
              </a:extLst>
            </p:cNvPr>
            <p:cNvGrpSpPr/>
            <p:nvPr/>
          </p:nvGrpSpPr>
          <p:grpSpPr>
            <a:xfrm rot="553339">
              <a:off x="7583" y="2094706"/>
              <a:ext cx="543138" cy="138439"/>
              <a:chOff x="0" y="0"/>
              <a:chExt cx="147751" cy="37660"/>
            </a:xfrm>
          </p:grpSpPr>
          <p:sp>
            <p:nvSpPr>
              <p:cNvPr id="41" name="Freeform 41">
                <a:extLst>
                  <a:ext uri="{FF2B5EF4-FFF2-40B4-BE49-F238E27FC236}">
                    <a16:creationId xmlns:a16="http://schemas.microsoft.com/office/drawing/2014/main" id="{526CFA65-AF00-92B9-2D44-681AEE0CE733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DD8F9B53-C658-4D5A-1312-74A1EA977FE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4A4522EA-64FD-8998-7B94-F7F3E53C5BEF}"/>
                </a:ext>
              </a:extLst>
            </p:cNvPr>
            <p:cNvGrpSpPr/>
            <p:nvPr/>
          </p:nvGrpSpPr>
          <p:grpSpPr>
            <a:xfrm>
              <a:off x="279152" y="5963242"/>
              <a:ext cx="456256" cy="456256"/>
              <a:chOff x="0" y="0"/>
              <a:chExt cx="812800" cy="812800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A972D9DC-DC31-6A2B-61A2-A6E97AD4CC9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5" name="TextBox 45">
                <a:extLst>
                  <a:ext uri="{FF2B5EF4-FFF2-40B4-BE49-F238E27FC236}">
                    <a16:creationId xmlns:a16="http://schemas.microsoft.com/office/drawing/2014/main" id="{2EC7D833-F964-6412-F21D-7540A4665EA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50FA90E9-A401-0009-AAE1-9616E9011589}"/>
                </a:ext>
              </a:extLst>
            </p:cNvPr>
            <p:cNvGrpSpPr/>
            <p:nvPr/>
          </p:nvGrpSpPr>
          <p:grpSpPr>
            <a:xfrm rot="553339">
              <a:off x="7583" y="6094485"/>
              <a:ext cx="543138" cy="138439"/>
              <a:chOff x="0" y="0"/>
              <a:chExt cx="147751" cy="37660"/>
            </a:xfrm>
          </p:grpSpPr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ABFF2EDD-5E66-6025-5F26-AE785DED14BE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8" name="TextBox 48">
                <a:extLst>
                  <a:ext uri="{FF2B5EF4-FFF2-40B4-BE49-F238E27FC236}">
                    <a16:creationId xmlns:a16="http://schemas.microsoft.com/office/drawing/2014/main" id="{6B6F2E34-52B1-13A2-1E1A-54CEC844B5D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301F7B80-7473-9159-731B-82B018676FCF}"/>
                </a:ext>
              </a:extLst>
            </p:cNvPr>
            <p:cNvGrpSpPr/>
            <p:nvPr/>
          </p:nvGrpSpPr>
          <p:grpSpPr>
            <a:xfrm>
              <a:off x="279152" y="11296281"/>
              <a:ext cx="456256" cy="456256"/>
              <a:chOff x="0" y="0"/>
              <a:chExt cx="812800" cy="812800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2497CCA2-05A9-EBC5-63E2-8988B5E2EB3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id="{549FC7A9-39C4-B269-4054-A0397020345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503D84DF-7EC5-C430-6F71-3093B0F4DBE4}"/>
                </a:ext>
              </a:extLst>
            </p:cNvPr>
            <p:cNvGrpSpPr/>
            <p:nvPr/>
          </p:nvGrpSpPr>
          <p:grpSpPr>
            <a:xfrm rot="553339">
              <a:off x="7583" y="11427524"/>
              <a:ext cx="543138" cy="138439"/>
              <a:chOff x="0" y="0"/>
              <a:chExt cx="147751" cy="37660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622F331E-2F71-534C-FCD7-ADD2D30B5005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id="{9BCB61FC-5C60-AE3B-BA23-7CD080BBB53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id="{4517C2C4-E726-6568-0320-D42790804777}"/>
                </a:ext>
              </a:extLst>
            </p:cNvPr>
            <p:cNvGrpSpPr/>
            <p:nvPr/>
          </p:nvGrpSpPr>
          <p:grpSpPr>
            <a:xfrm>
              <a:off x="279152" y="7296502"/>
              <a:ext cx="456256" cy="456256"/>
              <a:chOff x="0" y="0"/>
              <a:chExt cx="812800" cy="812800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3233F661-705B-0961-8B21-0CD521D37B9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id="{9D23C52C-C023-27AB-FC23-F999DF2B1C44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8" name="Group 58">
              <a:extLst>
                <a:ext uri="{FF2B5EF4-FFF2-40B4-BE49-F238E27FC236}">
                  <a16:creationId xmlns:a16="http://schemas.microsoft.com/office/drawing/2014/main" id="{BC8BB508-5BD1-40D4-40DA-D203E2F0EF1C}"/>
                </a:ext>
              </a:extLst>
            </p:cNvPr>
            <p:cNvGrpSpPr/>
            <p:nvPr/>
          </p:nvGrpSpPr>
          <p:grpSpPr>
            <a:xfrm rot="553339">
              <a:off x="7583" y="7427745"/>
              <a:ext cx="543138" cy="138439"/>
              <a:chOff x="0" y="0"/>
              <a:chExt cx="147751" cy="37660"/>
            </a:xfrm>
          </p:grpSpPr>
          <p:sp>
            <p:nvSpPr>
              <p:cNvPr id="59" name="Freeform 59">
                <a:extLst>
                  <a:ext uri="{FF2B5EF4-FFF2-40B4-BE49-F238E27FC236}">
                    <a16:creationId xmlns:a16="http://schemas.microsoft.com/office/drawing/2014/main" id="{FD4F91C9-9760-3E91-E863-1AE9F6EF335F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0" name="TextBox 60">
                <a:extLst>
                  <a:ext uri="{FF2B5EF4-FFF2-40B4-BE49-F238E27FC236}">
                    <a16:creationId xmlns:a16="http://schemas.microsoft.com/office/drawing/2014/main" id="{DE3F3E98-9A18-47EE-2C60-DEC730D7B96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1" name="Group 61">
              <a:extLst>
                <a:ext uri="{FF2B5EF4-FFF2-40B4-BE49-F238E27FC236}">
                  <a16:creationId xmlns:a16="http://schemas.microsoft.com/office/drawing/2014/main" id="{5C969152-0D81-1E15-D88E-EE2BE852467C}"/>
                </a:ext>
              </a:extLst>
            </p:cNvPr>
            <p:cNvGrpSpPr/>
            <p:nvPr/>
          </p:nvGrpSpPr>
          <p:grpSpPr>
            <a:xfrm>
              <a:off x="279152" y="12629540"/>
              <a:ext cx="456256" cy="456256"/>
              <a:chOff x="0" y="0"/>
              <a:chExt cx="812800" cy="812800"/>
            </a:xfrm>
          </p:grpSpPr>
          <p:sp>
            <p:nvSpPr>
              <p:cNvPr id="62" name="Freeform 62">
                <a:extLst>
                  <a:ext uri="{FF2B5EF4-FFF2-40B4-BE49-F238E27FC236}">
                    <a16:creationId xmlns:a16="http://schemas.microsoft.com/office/drawing/2014/main" id="{08BF20AF-5DB5-7F06-BC47-D06CB6B4F3D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3" name="TextBox 63">
                <a:extLst>
                  <a:ext uri="{FF2B5EF4-FFF2-40B4-BE49-F238E27FC236}">
                    <a16:creationId xmlns:a16="http://schemas.microsoft.com/office/drawing/2014/main" id="{0DB2A47F-5FAD-AF22-FAAE-D4D475C67F6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4" name="Group 64">
              <a:extLst>
                <a:ext uri="{FF2B5EF4-FFF2-40B4-BE49-F238E27FC236}">
                  <a16:creationId xmlns:a16="http://schemas.microsoft.com/office/drawing/2014/main" id="{C1FE632D-27E8-711B-3690-30281343FCA5}"/>
                </a:ext>
              </a:extLst>
            </p:cNvPr>
            <p:cNvGrpSpPr/>
            <p:nvPr/>
          </p:nvGrpSpPr>
          <p:grpSpPr>
            <a:xfrm rot="553339">
              <a:off x="7583" y="12760783"/>
              <a:ext cx="543138" cy="138439"/>
              <a:chOff x="0" y="0"/>
              <a:chExt cx="147751" cy="37660"/>
            </a:xfrm>
          </p:grpSpPr>
          <p:sp>
            <p:nvSpPr>
              <p:cNvPr id="65" name="Freeform 65">
                <a:extLst>
                  <a:ext uri="{FF2B5EF4-FFF2-40B4-BE49-F238E27FC236}">
                    <a16:creationId xmlns:a16="http://schemas.microsoft.com/office/drawing/2014/main" id="{E8C42E9C-2071-106A-DD7C-7EDC36AF4524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6" name="TextBox 66">
                <a:extLst>
                  <a:ext uri="{FF2B5EF4-FFF2-40B4-BE49-F238E27FC236}">
                    <a16:creationId xmlns:a16="http://schemas.microsoft.com/office/drawing/2014/main" id="{D4488125-BD0C-0A25-D1F4-349C844954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7" name="Group 67">
              <a:extLst>
                <a:ext uri="{FF2B5EF4-FFF2-40B4-BE49-F238E27FC236}">
                  <a16:creationId xmlns:a16="http://schemas.microsoft.com/office/drawing/2014/main" id="{E599803B-A4CC-020E-8F5F-2FCA2588C4C8}"/>
                </a:ext>
              </a:extLst>
            </p:cNvPr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68" name="Freeform 68">
                <a:extLst>
                  <a:ext uri="{FF2B5EF4-FFF2-40B4-BE49-F238E27FC236}">
                    <a16:creationId xmlns:a16="http://schemas.microsoft.com/office/drawing/2014/main" id="{6A16BB74-D751-974B-07E1-351F2985E156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9" name="TextBox 69">
                <a:extLst>
                  <a:ext uri="{FF2B5EF4-FFF2-40B4-BE49-F238E27FC236}">
                    <a16:creationId xmlns:a16="http://schemas.microsoft.com/office/drawing/2014/main" id="{4F1CCE72-D064-784C-3CF6-566AF9016CB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0" name="Group 70">
              <a:extLst>
                <a:ext uri="{FF2B5EF4-FFF2-40B4-BE49-F238E27FC236}">
                  <a16:creationId xmlns:a16="http://schemas.microsoft.com/office/drawing/2014/main" id="{A17A2220-6A77-AE8A-41ED-1582C9018EF6}"/>
                </a:ext>
              </a:extLst>
            </p:cNvPr>
            <p:cNvGrpSpPr/>
            <p:nvPr/>
          </p:nvGrpSpPr>
          <p:grpSpPr>
            <a:xfrm>
              <a:off x="24148870" y="0"/>
              <a:ext cx="357480" cy="13716000"/>
              <a:chOff x="0" y="0"/>
              <a:chExt cx="70613" cy="2709333"/>
            </a:xfrm>
          </p:grpSpPr>
          <p:sp>
            <p:nvSpPr>
              <p:cNvPr id="71" name="Freeform 71">
                <a:extLst>
                  <a:ext uri="{FF2B5EF4-FFF2-40B4-BE49-F238E27FC236}">
                    <a16:creationId xmlns:a16="http://schemas.microsoft.com/office/drawing/2014/main" id="{7C915890-4611-3DCD-A3E3-E36D6A0A6209}"/>
                  </a:ext>
                </a:extLst>
              </p:cNvPr>
              <p:cNvSpPr/>
              <p:nvPr/>
            </p:nvSpPr>
            <p:spPr>
              <a:xfrm>
                <a:off x="0" y="0"/>
                <a:ext cx="7061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70613" h="2709333">
                    <a:moveTo>
                      <a:pt x="0" y="0"/>
                    </a:moveTo>
                    <a:lnTo>
                      <a:pt x="70613" y="0"/>
                    </a:lnTo>
                    <a:lnTo>
                      <a:pt x="706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72" name="TextBox 72">
                <a:extLst>
                  <a:ext uri="{FF2B5EF4-FFF2-40B4-BE49-F238E27FC236}">
                    <a16:creationId xmlns:a16="http://schemas.microsoft.com/office/drawing/2014/main" id="{E96831DE-F029-E957-7624-49DDE62F8A0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0613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3" name="Group 73">
              <a:extLst>
                <a:ext uri="{FF2B5EF4-FFF2-40B4-BE49-F238E27FC236}">
                  <a16:creationId xmlns:a16="http://schemas.microsoft.com/office/drawing/2014/main" id="{8F422E5E-B6FE-A376-4224-98ADCB5CD9AC}"/>
                </a:ext>
              </a:extLst>
            </p:cNvPr>
            <p:cNvGrpSpPr/>
            <p:nvPr/>
          </p:nvGrpSpPr>
          <p:grpSpPr>
            <a:xfrm>
              <a:off x="21623711" y="858331"/>
              <a:ext cx="337709" cy="578975"/>
              <a:chOff x="0" y="0"/>
              <a:chExt cx="796036" cy="1364742"/>
            </a:xfrm>
          </p:grpSpPr>
          <p:sp>
            <p:nvSpPr>
              <p:cNvPr id="74" name="Freeform 74">
                <a:extLst>
                  <a:ext uri="{FF2B5EF4-FFF2-40B4-BE49-F238E27FC236}">
                    <a16:creationId xmlns:a16="http://schemas.microsoft.com/office/drawing/2014/main" id="{C352265B-D5A2-FEE1-62A1-13AD1FC86C25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id="{BE53344A-714A-A8A3-C540-CA04E4D2E0D6}"/>
                </a:ext>
              </a:extLst>
            </p:cNvPr>
            <p:cNvGrpSpPr/>
            <p:nvPr/>
          </p:nvGrpSpPr>
          <p:grpSpPr>
            <a:xfrm>
              <a:off x="22233628" y="858331"/>
              <a:ext cx="337709" cy="578975"/>
              <a:chOff x="0" y="0"/>
              <a:chExt cx="796036" cy="1364742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id="{5711F07B-C21F-84DC-67B7-6AB9BF254134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7" name="Group 77">
              <a:extLst>
                <a:ext uri="{FF2B5EF4-FFF2-40B4-BE49-F238E27FC236}">
                  <a16:creationId xmlns:a16="http://schemas.microsoft.com/office/drawing/2014/main" id="{008E702D-40CD-5228-76F1-84531ACDC174}"/>
                </a:ext>
              </a:extLst>
            </p:cNvPr>
            <p:cNvGrpSpPr/>
            <p:nvPr/>
          </p:nvGrpSpPr>
          <p:grpSpPr>
            <a:xfrm>
              <a:off x="22843546" y="858331"/>
              <a:ext cx="337709" cy="578975"/>
              <a:chOff x="0" y="0"/>
              <a:chExt cx="796036" cy="1364742"/>
            </a:xfrm>
          </p:grpSpPr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14188B16-E96C-77DC-EDDC-BF28F125879B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01994957-BF66-25F6-ADAF-ABA7AB2D1663}"/>
              </a:ext>
            </a:extLst>
          </p:cNvPr>
          <p:cNvGrpSpPr/>
          <p:nvPr/>
        </p:nvGrpSpPr>
        <p:grpSpPr>
          <a:xfrm>
            <a:off x="990600" y="419616"/>
            <a:ext cx="11762967" cy="1349493"/>
            <a:chOff x="1560" y="661"/>
            <a:chExt cx="18524" cy="2125"/>
          </a:xfrm>
        </p:grpSpPr>
        <p:grpSp>
          <p:nvGrpSpPr>
            <p:cNvPr id="117" name="Group 112">
              <a:extLst>
                <a:ext uri="{FF2B5EF4-FFF2-40B4-BE49-F238E27FC236}">
                  <a16:creationId xmlns:a16="http://schemas.microsoft.com/office/drawing/2014/main" id="{92AB642F-5B33-18C6-DB80-D22337414D99}"/>
                </a:ext>
              </a:extLst>
            </p:cNvPr>
            <p:cNvGrpSpPr/>
            <p:nvPr/>
          </p:nvGrpSpPr>
          <p:grpSpPr>
            <a:xfrm>
              <a:off x="4064" y="661"/>
              <a:ext cx="16020" cy="1788"/>
              <a:chOff x="0" y="-183831"/>
              <a:chExt cx="13563460" cy="1513355"/>
            </a:xfrm>
          </p:grpSpPr>
          <p:sp>
            <p:nvSpPr>
              <p:cNvPr id="119" name="TextBox 113">
                <a:extLst>
                  <a:ext uri="{FF2B5EF4-FFF2-40B4-BE49-F238E27FC236}">
                    <a16:creationId xmlns:a16="http://schemas.microsoft.com/office/drawing/2014/main" id="{776E7741-0BD9-095D-AA72-7C78AE12BFE0}"/>
                  </a:ext>
                </a:extLst>
              </p:cNvPr>
              <p:cNvSpPr txBox="1"/>
              <p:nvPr/>
            </p:nvSpPr>
            <p:spPr>
              <a:xfrm>
                <a:off x="0" y="-183831"/>
                <a:ext cx="9186458" cy="151335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9920"/>
                  </a:lnSpc>
                </a:pPr>
                <a:r>
                  <a:rPr lang="en-US" altLang="zh-CN" sz="6000" dirty="0">
                    <a:solidFill>
                      <a:srgbClr val="004AAD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mermaid </a:t>
                </a:r>
                <a:endParaRPr lang="zh-CN" altLang="en-US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120" name="TextBox 114">
                <a:extLst>
                  <a:ext uri="{FF2B5EF4-FFF2-40B4-BE49-F238E27FC236}">
                    <a16:creationId xmlns:a16="http://schemas.microsoft.com/office/drawing/2014/main" id="{2EC6D252-EAA7-8AEE-9D4D-21ABEC11D7F0}"/>
                  </a:ext>
                </a:extLst>
              </p:cNvPr>
              <p:cNvSpPr txBox="1"/>
              <p:nvPr/>
            </p:nvSpPr>
            <p:spPr>
              <a:xfrm>
                <a:off x="4377003" y="545653"/>
                <a:ext cx="9186457" cy="7711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5040"/>
                  </a:lnSpc>
                  <a:spcBef>
                    <a:spcPct val="0"/>
                  </a:spcBef>
                </a:pPr>
                <a:r>
                  <a:rPr lang="en-US" sz="3200" dirty="0">
                    <a:solidFill>
                      <a:srgbClr val="A6A6A6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Please enter a title</a:t>
                </a:r>
              </a:p>
            </p:txBody>
          </p:sp>
        </p:grpSp>
        <p:pic>
          <p:nvPicPr>
            <p:cNvPr id="118" name="图片 136" descr="仅校徽">
              <a:extLst>
                <a:ext uri="{FF2B5EF4-FFF2-40B4-BE49-F238E27FC236}">
                  <a16:creationId xmlns:a16="http://schemas.microsoft.com/office/drawing/2014/main" id="{6FC08980-DF30-5476-8F1B-9EB482DE8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60" y="686"/>
              <a:ext cx="2100" cy="2100"/>
            </a:xfrm>
            <a:prstGeom prst="rect">
              <a:avLst/>
            </a:prstGeom>
          </p:spPr>
        </p:pic>
      </p:grpSp>
      <p:pic>
        <p:nvPicPr>
          <p:cNvPr id="137" name="图片 136">
            <a:extLst>
              <a:ext uri="{FF2B5EF4-FFF2-40B4-BE49-F238E27FC236}">
                <a16:creationId xmlns:a16="http://schemas.microsoft.com/office/drawing/2014/main" id="{4DE75716-5DA3-0784-C2BC-B70876B877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951" y="8303"/>
            <a:ext cx="12584875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1398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379763" cy="10287000"/>
            <a:chOff x="0" y="0"/>
            <a:chExt cx="24506350" cy="13716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279152" y="630203"/>
              <a:ext cx="456256" cy="456256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553339">
              <a:off x="7583" y="761446"/>
              <a:ext cx="543138" cy="138439"/>
              <a:chOff x="0" y="0"/>
              <a:chExt cx="147751" cy="3766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79152" y="3296723"/>
              <a:ext cx="456256" cy="456256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553339">
              <a:off x="7583" y="3427966"/>
              <a:ext cx="543138" cy="138439"/>
              <a:chOff x="0" y="0"/>
              <a:chExt cx="147751" cy="376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79152" y="8629761"/>
              <a:ext cx="456256" cy="45625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553339">
              <a:off x="7583" y="8761004"/>
              <a:ext cx="543138" cy="138439"/>
              <a:chOff x="0" y="0"/>
              <a:chExt cx="147751" cy="376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79152" y="4629982"/>
              <a:ext cx="456256" cy="456256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553339">
              <a:off x="7583" y="4761225"/>
              <a:ext cx="543138" cy="138439"/>
              <a:chOff x="0" y="0"/>
              <a:chExt cx="147751" cy="376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79152" y="9963021"/>
              <a:ext cx="456256" cy="456256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553339">
              <a:off x="7583" y="10094264"/>
              <a:ext cx="543138" cy="138439"/>
              <a:chOff x="0" y="0"/>
              <a:chExt cx="147751" cy="376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79152" y="1963463"/>
              <a:ext cx="456256" cy="456256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553339">
              <a:off x="7583" y="2094706"/>
              <a:ext cx="543138" cy="138439"/>
              <a:chOff x="0" y="0"/>
              <a:chExt cx="147751" cy="376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279152" y="5963242"/>
              <a:ext cx="456256" cy="456256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 rot="553339">
              <a:off x="7583" y="6094485"/>
              <a:ext cx="543138" cy="138439"/>
              <a:chOff x="0" y="0"/>
              <a:chExt cx="147751" cy="376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279152" y="11296281"/>
              <a:ext cx="456256" cy="456256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 rot="553339">
              <a:off x="7583" y="11427524"/>
              <a:ext cx="543138" cy="138439"/>
              <a:chOff x="0" y="0"/>
              <a:chExt cx="147751" cy="376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279152" y="7296502"/>
              <a:ext cx="456256" cy="456256"/>
              <a:chOff x="0" y="0"/>
              <a:chExt cx="812800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 rot="553339">
              <a:off x="7583" y="7427745"/>
              <a:ext cx="543138" cy="138439"/>
              <a:chOff x="0" y="0"/>
              <a:chExt cx="147751" cy="376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79152" y="12629540"/>
              <a:ext cx="456256" cy="456256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 rot="553339">
              <a:off x="7583" y="12760783"/>
              <a:ext cx="543138" cy="138439"/>
              <a:chOff x="0" y="0"/>
              <a:chExt cx="147751" cy="376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24148870" y="0"/>
              <a:ext cx="357480" cy="13716000"/>
              <a:chOff x="0" y="0"/>
              <a:chExt cx="70613" cy="270933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7061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70613" h="2709333">
                    <a:moveTo>
                      <a:pt x="0" y="0"/>
                    </a:moveTo>
                    <a:lnTo>
                      <a:pt x="70613" y="0"/>
                    </a:lnTo>
                    <a:lnTo>
                      <a:pt x="706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0" y="-38100"/>
                <a:ext cx="70613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21623711" y="858331"/>
              <a:ext cx="337709" cy="578975"/>
              <a:chOff x="0" y="0"/>
              <a:chExt cx="796036" cy="1364742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5" name="Group 75"/>
            <p:cNvGrpSpPr/>
            <p:nvPr/>
          </p:nvGrpSpPr>
          <p:grpSpPr>
            <a:xfrm>
              <a:off x="22233628" y="858331"/>
              <a:ext cx="337709" cy="578975"/>
              <a:chOff x="0" y="0"/>
              <a:chExt cx="796036" cy="1364742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7" name="Group 77"/>
            <p:cNvGrpSpPr/>
            <p:nvPr/>
          </p:nvGrpSpPr>
          <p:grpSpPr>
            <a:xfrm>
              <a:off x="22843546" y="858331"/>
              <a:ext cx="337709" cy="578975"/>
              <a:chOff x="0" y="0"/>
              <a:chExt cx="796036" cy="1364742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</p:grpSp>
      <p:sp>
        <p:nvSpPr>
          <p:cNvPr id="96" name="Freeform 96"/>
          <p:cNvSpPr/>
          <p:nvPr/>
        </p:nvSpPr>
        <p:spPr>
          <a:xfrm>
            <a:off x="3598983" y="4047689"/>
            <a:ext cx="1213349" cy="1353635"/>
          </a:xfrm>
          <a:custGeom>
            <a:avLst/>
            <a:gdLst/>
            <a:ahLst/>
            <a:cxnLst/>
            <a:rect l="l" t="t" r="r" b="b"/>
            <a:pathLst>
              <a:path w="1213349" h="1353635">
                <a:moveTo>
                  <a:pt x="0" y="0"/>
                </a:moveTo>
                <a:lnTo>
                  <a:pt x="1213350" y="0"/>
                </a:lnTo>
                <a:lnTo>
                  <a:pt x="1213350" y="1353635"/>
                </a:lnTo>
                <a:lnTo>
                  <a:pt x="0" y="1353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8" name="Freeform 98"/>
          <p:cNvSpPr/>
          <p:nvPr/>
        </p:nvSpPr>
        <p:spPr>
          <a:xfrm>
            <a:off x="13478663" y="4176601"/>
            <a:ext cx="1075887" cy="1095811"/>
          </a:xfrm>
          <a:custGeom>
            <a:avLst/>
            <a:gdLst/>
            <a:ahLst/>
            <a:cxnLst/>
            <a:rect l="l" t="t" r="r" b="b"/>
            <a:pathLst>
              <a:path w="1075887" h="1095811">
                <a:moveTo>
                  <a:pt x="0" y="0"/>
                </a:moveTo>
                <a:lnTo>
                  <a:pt x="1075887" y="0"/>
                </a:lnTo>
                <a:lnTo>
                  <a:pt x="1075887" y="1095811"/>
                </a:lnTo>
                <a:lnTo>
                  <a:pt x="0" y="10958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5" name="Group 105"/>
          <p:cNvGrpSpPr/>
          <p:nvPr/>
        </p:nvGrpSpPr>
        <p:grpSpPr>
          <a:xfrm>
            <a:off x="2798723" y="5852324"/>
            <a:ext cx="2813870" cy="1599040"/>
            <a:chOff x="0" y="-133350"/>
            <a:chExt cx="3751827" cy="2132053"/>
          </a:xfrm>
        </p:grpSpPr>
        <p:sp>
          <p:nvSpPr>
            <p:cNvPr id="106" name="TextBox 106"/>
            <p:cNvSpPr txBox="1"/>
            <p:nvPr/>
          </p:nvSpPr>
          <p:spPr>
            <a:xfrm>
              <a:off x="0" y="-133350"/>
              <a:ext cx="3751827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80"/>
                </a:lnSpc>
              </a:pPr>
              <a:r>
                <a:rPr lang="en-US" sz="3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添加小标题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959843"/>
              <a:ext cx="3751827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40"/>
                </a:lnSpc>
              </a:pPr>
              <a:r>
                <a:rPr lang="en-US" sz="19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单击此处输入您的正文，文字是您思想的提炼。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12609672" y="5670839"/>
            <a:ext cx="2813870" cy="1599040"/>
            <a:chOff x="0" y="-133350"/>
            <a:chExt cx="3751827" cy="2132053"/>
          </a:xfrm>
        </p:grpSpPr>
        <p:sp>
          <p:nvSpPr>
            <p:cNvPr id="109" name="TextBox 109"/>
            <p:cNvSpPr txBox="1"/>
            <p:nvPr/>
          </p:nvSpPr>
          <p:spPr>
            <a:xfrm>
              <a:off x="0" y="-133350"/>
              <a:ext cx="3751827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80"/>
                </a:lnSpc>
              </a:pPr>
              <a:r>
                <a:rPr lang="en-US" sz="3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添加小标题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959843"/>
              <a:ext cx="3751827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40"/>
                </a:lnSpc>
              </a:pPr>
              <a:r>
                <a:rPr lang="en-US" sz="19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单击此处输入您的正文，文字是您思想的提炼。</a:t>
              </a: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C39B1DA-5121-4C61-985F-C54A1A92192E}"/>
              </a:ext>
            </a:extLst>
          </p:cNvPr>
          <p:cNvGrpSpPr/>
          <p:nvPr/>
        </p:nvGrpSpPr>
        <p:grpSpPr>
          <a:xfrm>
            <a:off x="990600" y="419616"/>
            <a:ext cx="8479954" cy="1349493"/>
            <a:chOff x="1560" y="661"/>
            <a:chExt cx="13354" cy="2125"/>
          </a:xfrm>
        </p:grpSpPr>
        <p:sp>
          <p:nvSpPr>
            <p:cNvPr id="119" name="TextBox 113">
              <a:extLst>
                <a:ext uri="{FF2B5EF4-FFF2-40B4-BE49-F238E27FC236}">
                  <a16:creationId xmlns:a16="http://schemas.microsoft.com/office/drawing/2014/main" id="{8A470D05-7333-4764-B6DB-B04F8197C286}"/>
                </a:ext>
              </a:extLst>
            </p:cNvPr>
            <p:cNvSpPr txBox="1"/>
            <p:nvPr/>
          </p:nvSpPr>
          <p:spPr>
            <a:xfrm>
              <a:off x="4064" y="661"/>
              <a:ext cx="10850" cy="1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920"/>
                </a:lnSpc>
              </a:pPr>
              <a:r>
                <a:rPr lang="zh-CN" altLang="en-US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调用流程图</a:t>
              </a:r>
            </a:p>
          </p:txBody>
        </p:sp>
        <p:pic>
          <p:nvPicPr>
            <p:cNvPr id="118" name="图片 136" descr="仅校徽">
              <a:extLst>
                <a:ext uri="{FF2B5EF4-FFF2-40B4-BE49-F238E27FC236}">
                  <a16:creationId xmlns:a16="http://schemas.microsoft.com/office/drawing/2014/main" id="{C1B41B0A-A5B4-4FB7-AC99-D4903905C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560" y="686"/>
              <a:ext cx="2100" cy="2100"/>
            </a:xfrm>
            <a:prstGeom prst="rect">
              <a:avLst/>
            </a:prstGeom>
          </p:spPr>
        </p:pic>
      </p:grpSp>
      <p:pic>
        <p:nvPicPr>
          <p:cNvPr id="80" name="图片 79">
            <a:extLst>
              <a:ext uri="{FF2B5EF4-FFF2-40B4-BE49-F238E27FC236}">
                <a16:creationId xmlns:a16="http://schemas.microsoft.com/office/drawing/2014/main" id="{2E7EBECC-8EA8-63D6-8F0E-DCBDAA9D30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319" y="1987056"/>
            <a:ext cx="14710465" cy="7730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E2542-05F8-3195-DF0C-F6D51317F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8EF8D9-9130-FDDA-44AE-07A02EA75F2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7E4A32E-FC05-FF29-0AB4-5EE7FF498A35}"/>
              </a:ext>
            </a:extLst>
          </p:cNvPr>
          <p:cNvGrpSpPr/>
          <p:nvPr/>
        </p:nvGrpSpPr>
        <p:grpSpPr>
          <a:xfrm>
            <a:off x="0" y="0"/>
            <a:ext cx="18379763" cy="10287000"/>
            <a:chOff x="0" y="0"/>
            <a:chExt cx="24506350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CEA2250-109E-426A-3861-B89AE9BA135C}"/>
                </a:ext>
              </a:extLst>
            </p:cNvPr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48E4A47-1802-06C1-5463-94DD52E6736D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97FB938-251F-967F-DD28-7A695CB9899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B894A9A-9B12-F3FF-00A2-6781D78D453B}"/>
                </a:ext>
              </a:extLst>
            </p:cNvPr>
            <p:cNvGrpSpPr/>
            <p:nvPr/>
          </p:nvGrpSpPr>
          <p:grpSpPr>
            <a:xfrm>
              <a:off x="279152" y="630203"/>
              <a:ext cx="456256" cy="456256"/>
              <a:chOff x="0" y="0"/>
              <a:chExt cx="812800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513CFDB-F798-A274-A95A-BE853BF2784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1DC980B-FE7F-2CDC-8509-F95340967A3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AE2D7487-242D-6CA2-4BD6-9A5BFCD482CD}"/>
                </a:ext>
              </a:extLst>
            </p:cNvPr>
            <p:cNvGrpSpPr/>
            <p:nvPr/>
          </p:nvGrpSpPr>
          <p:grpSpPr>
            <a:xfrm rot="553339">
              <a:off x="7583" y="761446"/>
              <a:ext cx="543138" cy="138439"/>
              <a:chOff x="0" y="0"/>
              <a:chExt cx="147751" cy="3766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7F9F4F24-9E23-31DF-0969-1C55456B00CE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8F6BB6A2-76B2-AA34-CC7A-61982BD8EFE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6219F15F-F5E2-C4EB-81F0-3DCF22D018DB}"/>
                </a:ext>
              </a:extLst>
            </p:cNvPr>
            <p:cNvGrpSpPr/>
            <p:nvPr/>
          </p:nvGrpSpPr>
          <p:grpSpPr>
            <a:xfrm>
              <a:off x="279152" y="3296723"/>
              <a:ext cx="456256" cy="456256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83CA50D7-27D6-A66B-D49C-9930730A657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BDEF6E0D-3466-71B2-3E36-BD40CF7D6EC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7CC8E963-F50E-C64F-7583-752B79A09645}"/>
                </a:ext>
              </a:extLst>
            </p:cNvPr>
            <p:cNvGrpSpPr/>
            <p:nvPr/>
          </p:nvGrpSpPr>
          <p:grpSpPr>
            <a:xfrm rot="553339">
              <a:off x="7583" y="3427966"/>
              <a:ext cx="543138" cy="138439"/>
              <a:chOff x="0" y="0"/>
              <a:chExt cx="147751" cy="3766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02CD149A-DC12-D4CD-D939-0CE68816CD31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5C1AD964-4955-5597-CA65-D333C77F72A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DAA01AE1-9753-3A31-EA5B-5DD5049C76D5}"/>
                </a:ext>
              </a:extLst>
            </p:cNvPr>
            <p:cNvGrpSpPr/>
            <p:nvPr/>
          </p:nvGrpSpPr>
          <p:grpSpPr>
            <a:xfrm>
              <a:off x="279152" y="8629761"/>
              <a:ext cx="456256" cy="456256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DE9803C8-6E80-0C1B-2A35-6E866F0E50C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D74AD362-196D-4715-71BD-0D3A2C4B7B0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008454E3-AE23-EC65-523B-94BFF12DB1F9}"/>
                </a:ext>
              </a:extLst>
            </p:cNvPr>
            <p:cNvGrpSpPr/>
            <p:nvPr/>
          </p:nvGrpSpPr>
          <p:grpSpPr>
            <a:xfrm rot="553339">
              <a:off x="7583" y="8761004"/>
              <a:ext cx="543138" cy="138439"/>
              <a:chOff x="0" y="0"/>
              <a:chExt cx="147751" cy="3766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AC057FD3-6F1A-F880-73C2-C770F366EBFF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4CADF2BE-5BB9-0841-D7D4-613B3E5AD4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299BC0AC-B809-C625-A03F-1F6B039E9521}"/>
                </a:ext>
              </a:extLst>
            </p:cNvPr>
            <p:cNvGrpSpPr/>
            <p:nvPr/>
          </p:nvGrpSpPr>
          <p:grpSpPr>
            <a:xfrm>
              <a:off x="279152" y="4629982"/>
              <a:ext cx="456256" cy="456256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64F27BAD-EF2A-1032-87C2-FE9ED5B4F8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4247EE41-D018-901B-2653-6A33B0D7BD8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8748ECA0-35CD-ED14-0187-392E2A17F3C3}"/>
                </a:ext>
              </a:extLst>
            </p:cNvPr>
            <p:cNvGrpSpPr/>
            <p:nvPr/>
          </p:nvGrpSpPr>
          <p:grpSpPr>
            <a:xfrm rot="553339">
              <a:off x="7583" y="4761225"/>
              <a:ext cx="543138" cy="138439"/>
              <a:chOff x="0" y="0"/>
              <a:chExt cx="147751" cy="3766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D088A3CB-2FAB-E7EA-6C77-9431195466C7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F5BD209A-6842-A627-33E6-556FD8EAC72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6042BFF3-CB77-3738-7AFF-5BC4E7082B33}"/>
                </a:ext>
              </a:extLst>
            </p:cNvPr>
            <p:cNvGrpSpPr/>
            <p:nvPr/>
          </p:nvGrpSpPr>
          <p:grpSpPr>
            <a:xfrm>
              <a:off x="279152" y="9963021"/>
              <a:ext cx="456256" cy="456256"/>
              <a:chOff x="0" y="0"/>
              <a:chExt cx="812800" cy="812800"/>
            </a:xfrm>
          </p:grpSpPr>
          <p:sp>
            <p:nvSpPr>
              <p:cNvPr id="32" name="Freeform 32">
                <a:extLst>
                  <a:ext uri="{FF2B5EF4-FFF2-40B4-BE49-F238E27FC236}">
                    <a16:creationId xmlns:a16="http://schemas.microsoft.com/office/drawing/2014/main" id="{720BF21E-E7D9-E5B4-8668-082F936152E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3" name="TextBox 33">
                <a:extLst>
                  <a:ext uri="{FF2B5EF4-FFF2-40B4-BE49-F238E27FC236}">
                    <a16:creationId xmlns:a16="http://schemas.microsoft.com/office/drawing/2014/main" id="{34F19316-EB92-F4DF-5397-9F5AD2D7CC1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902C3FDF-7609-3B0B-B79A-C338D256E735}"/>
                </a:ext>
              </a:extLst>
            </p:cNvPr>
            <p:cNvGrpSpPr/>
            <p:nvPr/>
          </p:nvGrpSpPr>
          <p:grpSpPr>
            <a:xfrm rot="553339">
              <a:off x="7583" y="10094264"/>
              <a:ext cx="543138" cy="138439"/>
              <a:chOff x="0" y="0"/>
              <a:chExt cx="147751" cy="37660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5DA77893-CC23-82A0-CFD6-4F7A357CC209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2AD4F84B-6DC2-DDEB-001C-BCA8F8AAC4A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FE5AC34C-952F-5A09-B18D-E2C433446B40}"/>
                </a:ext>
              </a:extLst>
            </p:cNvPr>
            <p:cNvGrpSpPr/>
            <p:nvPr/>
          </p:nvGrpSpPr>
          <p:grpSpPr>
            <a:xfrm>
              <a:off x="279152" y="1963463"/>
              <a:ext cx="456256" cy="456256"/>
              <a:chOff x="0" y="0"/>
              <a:chExt cx="812800" cy="812800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4FDF8C98-FB5B-473B-B591-17C995F9F94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5396FDE4-DF36-A06C-4CFE-913CEA501C5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4C1BCCDA-05E5-230F-0BCA-95186B92E8DF}"/>
                </a:ext>
              </a:extLst>
            </p:cNvPr>
            <p:cNvGrpSpPr/>
            <p:nvPr/>
          </p:nvGrpSpPr>
          <p:grpSpPr>
            <a:xfrm rot="553339">
              <a:off x="7583" y="2094706"/>
              <a:ext cx="543138" cy="138439"/>
              <a:chOff x="0" y="0"/>
              <a:chExt cx="147751" cy="37660"/>
            </a:xfrm>
          </p:grpSpPr>
          <p:sp>
            <p:nvSpPr>
              <p:cNvPr id="41" name="Freeform 41">
                <a:extLst>
                  <a:ext uri="{FF2B5EF4-FFF2-40B4-BE49-F238E27FC236}">
                    <a16:creationId xmlns:a16="http://schemas.microsoft.com/office/drawing/2014/main" id="{F2C51AEB-1C25-AD5D-2CD2-DD6E0D985989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33E71D0D-9351-C733-FDFA-BEA268D7773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818AE18A-6C74-FC49-87CC-4F85FFE02DC8}"/>
                </a:ext>
              </a:extLst>
            </p:cNvPr>
            <p:cNvGrpSpPr/>
            <p:nvPr/>
          </p:nvGrpSpPr>
          <p:grpSpPr>
            <a:xfrm>
              <a:off x="279152" y="5963242"/>
              <a:ext cx="456256" cy="456256"/>
              <a:chOff x="0" y="0"/>
              <a:chExt cx="812800" cy="812800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0F249593-5924-CA37-5BFC-40331A59B35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5" name="TextBox 45">
                <a:extLst>
                  <a:ext uri="{FF2B5EF4-FFF2-40B4-BE49-F238E27FC236}">
                    <a16:creationId xmlns:a16="http://schemas.microsoft.com/office/drawing/2014/main" id="{61C452BF-F321-5146-E590-81559ADB3A5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982777B8-0D5C-EE5D-20C4-555DBF9CE86C}"/>
                </a:ext>
              </a:extLst>
            </p:cNvPr>
            <p:cNvGrpSpPr/>
            <p:nvPr/>
          </p:nvGrpSpPr>
          <p:grpSpPr>
            <a:xfrm rot="553339">
              <a:off x="7583" y="6094485"/>
              <a:ext cx="543138" cy="138439"/>
              <a:chOff x="0" y="0"/>
              <a:chExt cx="147751" cy="37660"/>
            </a:xfrm>
          </p:grpSpPr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594441BA-0DB8-FFF4-66DC-91B899AF4209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8" name="TextBox 48">
                <a:extLst>
                  <a:ext uri="{FF2B5EF4-FFF2-40B4-BE49-F238E27FC236}">
                    <a16:creationId xmlns:a16="http://schemas.microsoft.com/office/drawing/2014/main" id="{9152521B-D9C8-8E68-C6C1-0AA87A2F569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78B52AF4-822E-EBB2-8469-19D40D25E21F}"/>
                </a:ext>
              </a:extLst>
            </p:cNvPr>
            <p:cNvGrpSpPr/>
            <p:nvPr/>
          </p:nvGrpSpPr>
          <p:grpSpPr>
            <a:xfrm>
              <a:off x="279152" y="11296281"/>
              <a:ext cx="456256" cy="456256"/>
              <a:chOff x="0" y="0"/>
              <a:chExt cx="812800" cy="812800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662128BD-1561-FAFF-96DF-3F5DEF6CEDA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id="{40BD40C7-2A00-9BB5-6E13-2E6DA558B36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52D3E714-44EF-DA23-65A5-AA9863784763}"/>
                </a:ext>
              </a:extLst>
            </p:cNvPr>
            <p:cNvGrpSpPr/>
            <p:nvPr/>
          </p:nvGrpSpPr>
          <p:grpSpPr>
            <a:xfrm rot="553339">
              <a:off x="7583" y="11427524"/>
              <a:ext cx="543138" cy="138439"/>
              <a:chOff x="0" y="0"/>
              <a:chExt cx="147751" cy="37660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83B92E45-3CD0-2408-2E79-E0891D02E230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id="{EE35B951-E409-AC2C-22FB-7C99FD2DEE0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id="{41EB8C85-7C81-407E-9782-D0F0ED5DA16F}"/>
                </a:ext>
              </a:extLst>
            </p:cNvPr>
            <p:cNvGrpSpPr/>
            <p:nvPr/>
          </p:nvGrpSpPr>
          <p:grpSpPr>
            <a:xfrm>
              <a:off x="279152" y="7296502"/>
              <a:ext cx="456256" cy="456256"/>
              <a:chOff x="0" y="0"/>
              <a:chExt cx="812800" cy="812800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7B75405D-3702-50CA-38D8-EF6998266B7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id="{25E6151C-6071-333D-56F5-D2349575213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8" name="Group 58">
              <a:extLst>
                <a:ext uri="{FF2B5EF4-FFF2-40B4-BE49-F238E27FC236}">
                  <a16:creationId xmlns:a16="http://schemas.microsoft.com/office/drawing/2014/main" id="{BE4CE51B-1D86-0FE3-82BD-2C387DDCE639}"/>
                </a:ext>
              </a:extLst>
            </p:cNvPr>
            <p:cNvGrpSpPr/>
            <p:nvPr/>
          </p:nvGrpSpPr>
          <p:grpSpPr>
            <a:xfrm rot="553339">
              <a:off x="7583" y="7427745"/>
              <a:ext cx="543138" cy="138439"/>
              <a:chOff x="0" y="0"/>
              <a:chExt cx="147751" cy="37660"/>
            </a:xfrm>
          </p:grpSpPr>
          <p:sp>
            <p:nvSpPr>
              <p:cNvPr id="59" name="Freeform 59">
                <a:extLst>
                  <a:ext uri="{FF2B5EF4-FFF2-40B4-BE49-F238E27FC236}">
                    <a16:creationId xmlns:a16="http://schemas.microsoft.com/office/drawing/2014/main" id="{60E43861-E859-3FED-61C1-AF6CB6E85DB9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0" name="TextBox 60">
                <a:extLst>
                  <a:ext uri="{FF2B5EF4-FFF2-40B4-BE49-F238E27FC236}">
                    <a16:creationId xmlns:a16="http://schemas.microsoft.com/office/drawing/2014/main" id="{2612037F-12D2-5BD8-CFEE-10F8456E5D0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1" name="Group 61">
              <a:extLst>
                <a:ext uri="{FF2B5EF4-FFF2-40B4-BE49-F238E27FC236}">
                  <a16:creationId xmlns:a16="http://schemas.microsoft.com/office/drawing/2014/main" id="{25EF9A27-301B-8DDA-3798-CBF68262C87D}"/>
                </a:ext>
              </a:extLst>
            </p:cNvPr>
            <p:cNvGrpSpPr/>
            <p:nvPr/>
          </p:nvGrpSpPr>
          <p:grpSpPr>
            <a:xfrm>
              <a:off x="279152" y="12629540"/>
              <a:ext cx="456256" cy="456256"/>
              <a:chOff x="0" y="0"/>
              <a:chExt cx="812800" cy="812800"/>
            </a:xfrm>
          </p:grpSpPr>
          <p:sp>
            <p:nvSpPr>
              <p:cNvPr id="62" name="Freeform 62">
                <a:extLst>
                  <a:ext uri="{FF2B5EF4-FFF2-40B4-BE49-F238E27FC236}">
                    <a16:creationId xmlns:a16="http://schemas.microsoft.com/office/drawing/2014/main" id="{E5E3BE08-093C-1785-BF77-217723A5F8A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3" name="TextBox 63">
                <a:extLst>
                  <a:ext uri="{FF2B5EF4-FFF2-40B4-BE49-F238E27FC236}">
                    <a16:creationId xmlns:a16="http://schemas.microsoft.com/office/drawing/2014/main" id="{3ACCAB62-77E3-83C2-CFB9-3BE5C2C3B0C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4" name="Group 64">
              <a:extLst>
                <a:ext uri="{FF2B5EF4-FFF2-40B4-BE49-F238E27FC236}">
                  <a16:creationId xmlns:a16="http://schemas.microsoft.com/office/drawing/2014/main" id="{6F995AEA-09CB-8824-B5CD-D98FAAA349A9}"/>
                </a:ext>
              </a:extLst>
            </p:cNvPr>
            <p:cNvGrpSpPr/>
            <p:nvPr/>
          </p:nvGrpSpPr>
          <p:grpSpPr>
            <a:xfrm rot="553339">
              <a:off x="7583" y="12760783"/>
              <a:ext cx="543138" cy="138439"/>
              <a:chOff x="0" y="0"/>
              <a:chExt cx="147751" cy="37660"/>
            </a:xfrm>
          </p:grpSpPr>
          <p:sp>
            <p:nvSpPr>
              <p:cNvPr id="65" name="Freeform 65">
                <a:extLst>
                  <a:ext uri="{FF2B5EF4-FFF2-40B4-BE49-F238E27FC236}">
                    <a16:creationId xmlns:a16="http://schemas.microsoft.com/office/drawing/2014/main" id="{9420FCF4-A2B6-7D73-1934-A8E8BA24B090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6" name="TextBox 66">
                <a:extLst>
                  <a:ext uri="{FF2B5EF4-FFF2-40B4-BE49-F238E27FC236}">
                    <a16:creationId xmlns:a16="http://schemas.microsoft.com/office/drawing/2014/main" id="{19C9D3C0-F6F8-B6D1-06F0-F70F0ABF55A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7" name="Group 67">
              <a:extLst>
                <a:ext uri="{FF2B5EF4-FFF2-40B4-BE49-F238E27FC236}">
                  <a16:creationId xmlns:a16="http://schemas.microsoft.com/office/drawing/2014/main" id="{FA98D2B7-0D99-206A-9A1D-C2D3CB2BDEBE}"/>
                </a:ext>
              </a:extLst>
            </p:cNvPr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68" name="Freeform 68">
                <a:extLst>
                  <a:ext uri="{FF2B5EF4-FFF2-40B4-BE49-F238E27FC236}">
                    <a16:creationId xmlns:a16="http://schemas.microsoft.com/office/drawing/2014/main" id="{3FCF0EE0-0EF6-B547-9D7F-AB0CDD7C3AF9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9" name="TextBox 69">
                <a:extLst>
                  <a:ext uri="{FF2B5EF4-FFF2-40B4-BE49-F238E27FC236}">
                    <a16:creationId xmlns:a16="http://schemas.microsoft.com/office/drawing/2014/main" id="{F1D51CBC-F3AA-2DA8-8E0F-40EC02C4E87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0" name="Group 70">
              <a:extLst>
                <a:ext uri="{FF2B5EF4-FFF2-40B4-BE49-F238E27FC236}">
                  <a16:creationId xmlns:a16="http://schemas.microsoft.com/office/drawing/2014/main" id="{CD29F5B3-3F38-4B68-F919-4126B16EDCE5}"/>
                </a:ext>
              </a:extLst>
            </p:cNvPr>
            <p:cNvGrpSpPr/>
            <p:nvPr/>
          </p:nvGrpSpPr>
          <p:grpSpPr>
            <a:xfrm>
              <a:off x="24148870" y="0"/>
              <a:ext cx="357480" cy="13716000"/>
              <a:chOff x="0" y="0"/>
              <a:chExt cx="70613" cy="2709333"/>
            </a:xfrm>
          </p:grpSpPr>
          <p:sp>
            <p:nvSpPr>
              <p:cNvPr id="71" name="Freeform 71">
                <a:extLst>
                  <a:ext uri="{FF2B5EF4-FFF2-40B4-BE49-F238E27FC236}">
                    <a16:creationId xmlns:a16="http://schemas.microsoft.com/office/drawing/2014/main" id="{83F91FC2-9443-F13F-CD58-A758D865F006}"/>
                  </a:ext>
                </a:extLst>
              </p:cNvPr>
              <p:cNvSpPr/>
              <p:nvPr/>
            </p:nvSpPr>
            <p:spPr>
              <a:xfrm>
                <a:off x="0" y="0"/>
                <a:ext cx="7061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70613" h="2709333">
                    <a:moveTo>
                      <a:pt x="0" y="0"/>
                    </a:moveTo>
                    <a:lnTo>
                      <a:pt x="70613" y="0"/>
                    </a:lnTo>
                    <a:lnTo>
                      <a:pt x="706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72" name="TextBox 72">
                <a:extLst>
                  <a:ext uri="{FF2B5EF4-FFF2-40B4-BE49-F238E27FC236}">
                    <a16:creationId xmlns:a16="http://schemas.microsoft.com/office/drawing/2014/main" id="{B229F48C-C1C4-22F8-33FE-053FD4F5B97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0613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3" name="Group 73">
              <a:extLst>
                <a:ext uri="{FF2B5EF4-FFF2-40B4-BE49-F238E27FC236}">
                  <a16:creationId xmlns:a16="http://schemas.microsoft.com/office/drawing/2014/main" id="{EE36F9DB-1581-820A-08E4-434928162E50}"/>
                </a:ext>
              </a:extLst>
            </p:cNvPr>
            <p:cNvGrpSpPr/>
            <p:nvPr/>
          </p:nvGrpSpPr>
          <p:grpSpPr>
            <a:xfrm>
              <a:off x="21623711" y="858331"/>
              <a:ext cx="337709" cy="578975"/>
              <a:chOff x="0" y="0"/>
              <a:chExt cx="796036" cy="1364742"/>
            </a:xfrm>
          </p:grpSpPr>
          <p:sp>
            <p:nvSpPr>
              <p:cNvPr id="74" name="Freeform 74">
                <a:extLst>
                  <a:ext uri="{FF2B5EF4-FFF2-40B4-BE49-F238E27FC236}">
                    <a16:creationId xmlns:a16="http://schemas.microsoft.com/office/drawing/2014/main" id="{2BCFED28-AEA6-BA6F-66BE-E361E30F25A9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id="{7FAD29A1-4F04-FC53-845F-C97E5DC6085D}"/>
                </a:ext>
              </a:extLst>
            </p:cNvPr>
            <p:cNvGrpSpPr/>
            <p:nvPr/>
          </p:nvGrpSpPr>
          <p:grpSpPr>
            <a:xfrm>
              <a:off x="22233628" y="858331"/>
              <a:ext cx="337709" cy="578975"/>
              <a:chOff x="0" y="0"/>
              <a:chExt cx="796036" cy="1364742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id="{CB19B97B-2191-3CBE-52AB-644802C259BC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7" name="Group 77">
              <a:extLst>
                <a:ext uri="{FF2B5EF4-FFF2-40B4-BE49-F238E27FC236}">
                  <a16:creationId xmlns:a16="http://schemas.microsoft.com/office/drawing/2014/main" id="{87C231DD-7A9D-F824-358B-AE7BBFF9B7E0}"/>
                </a:ext>
              </a:extLst>
            </p:cNvPr>
            <p:cNvGrpSpPr/>
            <p:nvPr/>
          </p:nvGrpSpPr>
          <p:grpSpPr>
            <a:xfrm>
              <a:off x="22843546" y="858331"/>
              <a:ext cx="337709" cy="578975"/>
              <a:chOff x="0" y="0"/>
              <a:chExt cx="796036" cy="1364742"/>
            </a:xfrm>
          </p:grpSpPr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57CA14DE-6AB8-5D66-EB03-CC7DAF07757A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</p:grpSp>
      <p:grpSp>
        <p:nvGrpSpPr>
          <p:cNvPr id="79" name="Group 79">
            <a:extLst>
              <a:ext uri="{FF2B5EF4-FFF2-40B4-BE49-F238E27FC236}">
                <a16:creationId xmlns:a16="http://schemas.microsoft.com/office/drawing/2014/main" id="{DA368972-AC1B-5CC2-CB8F-523D78312664}"/>
              </a:ext>
            </a:extLst>
          </p:cNvPr>
          <p:cNvGrpSpPr/>
          <p:nvPr/>
        </p:nvGrpSpPr>
        <p:grpSpPr>
          <a:xfrm>
            <a:off x="11078829" y="3294985"/>
            <a:ext cx="8823028" cy="8823028"/>
            <a:chOff x="0" y="0"/>
            <a:chExt cx="812800" cy="812800"/>
          </a:xfrm>
        </p:grpSpPr>
        <p:sp>
          <p:nvSpPr>
            <p:cNvPr id="80" name="Freeform 80">
              <a:extLst>
                <a:ext uri="{FF2B5EF4-FFF2-40B4-BE49-F238E27FC236}">
                  <a16:creationId xmlns:a16="http://schemas.microsoft.com/office/drawing/2014/main" id="{32D866EC-9168-3BA6-C829-739F7B8FA7C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1" name="TextBox 81">
              <a:extLst>
                <a:ext uri="{FF2B5EF4-FFF2-40B4-BE49-F238E27FC236}">
                  <a16:creationId xmlns:a16="http://schemas.microsoft.com/office/drawing/2014/main" id="{E989C3F0-E050-FBA1-B1DA-8D8D11AEC26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9170" tIns="39170" rIns="39170" bIns="3917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2" name="Group 82">
            <a:extLst>
              <a:ext uri="{FF2B5EF4-FFF2-40B4-BE49-F238E27FC236}">
                <a16:creationId xmlns:a16="http://schemas.microsoft.com/office/drawing/2014/main" id="{F5164394-7877-76BC-DD62-0C05E75C7936}"/>
              </a:ext>
            </a:extLst>
          </p:cNvPr>
          <p:cNvGrpSpPr/>
          <p:nvPr/>
        </p:nvGrpSpPr>
        <p:grpSpPr>
          <a:xfrm>
            <a:off x="12173233" y="4055188"/>
            <a:ext cx="7302621" cy="7302621"/>
            <a:chOff x="0" y="0"/>
            <a:chExt cx="812800" cy="812800"/>
          </a:xfrm>
        </p:grpSpPr>
        <p:sp>
          <p:nvSpPr>
            <p:cNvPr id="83" name="Freeform 83">
              <a:extLst>
                <a:ext uri="{FF2B5EF4-FFF2-40B4-BE49-F238E27FC236}">
                  <a16:creationId xmlns:a16="http://schemas.microsoft.com/office/drawing/2014/main" id="{A18DE58C-8EB4-BF67-E7F6-8E882B967F8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5" name="Group 85">
            <a:extLst>
              <a:ext uri="{FF2B5EF4-FFF2-40B4-BE49-F238E27FC236}">
                <a16:creationId xmlns:a16="http://schemas.microsoft.com/office/drawing/2014/main" id="{C686FB4F-472C-ECA2-3E0E-669A06C10BBE}"/>
              </a:ext>
            </a:extLst>
          </p:cNvPr>
          <p:cNvGrpSpPr/>
          <p:nvPr/>
        </p:nvGrpSpPr>
        <p:grpSpPr>
          <a:xfrm>
            <a:off x="777612" y="2776252"/>
            <a:ext cx="10121343" cy="2823255"/>
            <a:chOff x="0" y="-314325"/>
            <a:chExt cx="13495123" cy="3764341"/>
          </a:xfrm>
        </p:grpSpPr>
        <p:sp>
          <p:nvSpPr>
            <p:cNvPr id="86" name="TextBox 86">
              <a:extLst>
                <a:ext uri="{FF2B5EF4-FFF2-40B4-BE49-F238E27FC236}">
                  <a16:creationId xmlns:a16="http://schemas.microsoft.com/office/drawing/2014/main" id="{E9508236-9B8D-36E7-6FD3-7479B0CEC771}"/>
                </a:ext>
              </a:extLst>
            </p:cNvPr>
            <p:cNvSpPr txBox="1"/>
            <p:nvPr/>
          </p:nvSpPr>
          <p:spPr>
            <a:xfrm>
              <a:off x="0" y="-314325"/>
              <a:ext cx="4639942" cy="3764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5"/>
                </a:lnSpc>
              </a:pPr>
              <a:r>
                <a:rPr lang="en-US" sz="17005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03</a:t>
              </a:r>
            </a:p>
          </p:txBody>
        </p:sp>
        <p:sp>
          <p:nvSpPr>
            <p:cNvPr id="87" name="TextBox 87">
              <a:extLst>
                <a:ext uri="{FF2B5EF4-FFF2-40B4-BE49-F238E27FC236}">
                  <a16:creationId xmlns:a16="http://schemas.microsoft.com/office/drawing/2014/main" id="{1F647CB3-58B7-0EC8-8CF0-755EBCF5EF65}"/>
                </a:ext>
              </a:extLst>
            </p:cNvPr>
            <p:cNvSpPr txBox="1"/>
            <p:nvPr/>
          </p:nvSpPr>
          <p:spPr>
            <a:xfrm>
              <a:off x="4308666" y="498833"/>
              <a:ext cx="9186457" cy="1814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840"/>
                </a:lnSpc>
              </a:pPr>
              <a:r>
                <a:rPr lang="en-US" altLang="zh-CN" sz="7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DSL</a:t>
              </a:r>
              <a:r>
                <a:rPr lang="zh-CN" altLang="en-US" sz="7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说明</a:t>
              </a:r>
            </a:p>
          </p:txBody>
        </p:sp>
        <p:sp>
          <p:nvSpPr>
            <p:cNvPr id="90" name="AutoShape 90">
              <a:extLst>
                <a:ext uri="{FF2B5EF4-FFF2-40B4-BE49-F238E27FC236}">
                  <a16:creationId xmlns:a16="http://schemas.microsoft.com/office/drawing/2014/main" id="{76492017-610A-E9BE-C3C3-23515E5BD0DF}"/>
                </a:ext>
              </a:extLst>
            </p:cNvPr>
            <p:cNvSpPr/>
            <p:nvPr/>
          </p:nvSpPr>
          <p:spPr>
            <a:xfrm>
              <a:off x="692718" y="3424517"/>
              <a:ext cx="12645184" cy="0"/>
            </a:xfrm>
            <a:prstGeom prst="line">
              <a:avLst/>
            </a:prstGeom>
            <a:ln w="50800" cap="flat">
              <a:solidFill>
                <a:srgbClr val="004AAD"/>
              </a:solidFill>
              <a:prstDash val="solid"/>
              <a:headEnd type="none" w="sm" len="sm"/>
              <a:tailEnd type="none" w="sm" len="sm"/>
            </a:ln>
          </p:spPr>
        </p:sp>
      </p:grpSp>
      <p:pic>
        <p:nvPicPr>
          <p:cNvPr id="92" name="图片 91">
            <a:extLst>
              <a:ext uri="{FF2B5EF4-FFF2-40B4-BE49-F238E27FC236}">
                <a16:creationId xmlns:a16="http://schemas.microsoft.com/office/drawing/2014/main" id="{40B903BD-5B63-1EAB-7F1D-E32ABF4D27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5999" y="5382596"/>
            <a:ext cx="11101029" cy="499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1574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76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379763" cy="10287000"/>
            <a:chOff x="0" y="0"/>
            <a:chExt cx="24506350" cy="13716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279152" y="630203"/>
              <a:ext cx="456256" cy="456256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553339">
              <a:off x="7583" y="761446"/>
              <a:ext cx="543138" cy="138439"/>
              <a:chOff x="0" y="0"/>
              <a:chExt cx="147751" cy="3766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79152" y="3296723"/>
              <a:ext cx="456256" cy="456256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553339">
              <a:off x="7583" y="3427966"/>
              <a:ext cx="543138" cy="138439"/>
              <a:chOff x="0" y="0"/>
              <a:chExt cx="147751" cy="376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79152" y="8629761"/>
              <a:ext cx="456256" cy="45625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553339">
              <a:off x="7583" y="8761004"/>
              <a:ext cx="543138" cy="138439"/>
              <a:chOff x="0" y="0"/>
              <a:chExt cx="147751" cy="376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79152" y="4629982"/>
              <a:ext cx="456256" cy="456256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553339">
              <a:off x="7583" y="4761225"/>
              <a:ext cx="543138" cy="138439"/>
              <a:chOff x="0" y="0"/>
              <a:chExt cx="147751" cy="376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79152" y="9963021"/>
              <a:ext cx="456256" cy="456256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553339">
              <a:off x="7583" y="10094264"/>
              <a:ext cx="543138" cy="138439"/>
              <a:chOff x="0" y="0"/>
              <a:chExt cx="147751" cy="376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79152" y="1963463"/>
              <a:ext cx="456256" cy="456256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553339">
              <a:off x="7583" y="2094706"/>
              <a:ext cx="543138" cy="138439"/>
              <a:chOff x="0" y="0"/>
              <a:chExt cx="147751" cy="376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279152" y="5963242"/>
              <a:ext cx="456256" cy="456256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 rot="553339">
              <a:off x="7583" y="6094485"/>
              <a:ext cx="543138" cy="138439"/>
              <a:chOff x="0" y="0"/>
              <a:chExt cx="147751" cy="376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279152" y="11296281"/>
              <a:ext cx="456256" cy="456256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 rot="553339">
              <a:off x="7583" y="11427524"/>
              <a:ext cx="543138" cy="138439"/>
              <a:chOff x="0" y="0"/>
              <a:chExt cx="147751" cy="376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279152" y="7296502"/>
              <a:ext cx="456256" cy="456256"/>
              <a:chOff x="0" y="0"/>
              <a:chExt cx="812800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 rot="553339">
              <a:off x="7583" y="7427745"/>
              <a:ext cx="543138" cy="138439"/>
              <a:chOff x="0" y="0"/>
              <a:chExt cx="147751" cy="376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79152" y="12629540"/>
              <a:ext cx="456256" cy="456256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 rot="553339">
              <a:off x="7583" y="12760783"/>
              <a:ext cx="543138" cy="138439"/>
              <a:chOff x="0" y="0"/>
              <a:chExt cx="147751" cy="376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24148870" y="0"/>
              <a:ext cx="357480" cy="13716000"/>
              <a:chOff x="0" y="0"/>
              <a:chExt cx="70613" cy="270933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7061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70613" h="2709333">
                    <a:moveTo>
                      <a:pt x="0" y="0"/>
                    </a:moveTo>
                    <a:lnTo>
                      <a:pt x="70613" y="0"/>
                    </a:lnTo>
                    <a:lnTo>
                      <a:pt x="706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0" y="-38100"/>
                <a:ext cx="70613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21623711" y="858331"/>
              <a:ext cx="337709" cy="578975"/>
              <a:chOff x="0" y="0"/>
              <a:chExt cx="796036" cy="1364742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5" name="Group 75"/>
            <p:cNvGrpSpPr/>
            <p:nvPr/>
          </p:nvGrpSpPr>
          <p:grpSpPr>
            <a:xfrm>
              <a:off x="22233628" y="858331"/>
              <a:ext cx="337709" cy="578975"/>
              <a:chOff x="0" y="0"/>
              <a:chExt cx="796036" cy="1364742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7" name="Group 77"/>
            <p:cNvGrpSpPr/>
            <p:nvPr/>
          </p:nvGrpSpPr>
          <p:grpSpPr>
            <a:xfrm>
              <a:off x="22843546" y="858331"/>
              <a:ext cx="337709" cy="578975"/>
              <a:chOff x="0" y="0"/>
              <a:chExt cx="796036" cy="1364742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</p:grpSp>
      <p:grpSp>
        <p:nvGrpSpPr>
          <p:cNvPr id="112" name="Group 112"/>
          <p:cNvGrpSpPr/>
          <p:nvPr>
            <p:custDataLst>
              <p:tags r:id="rId1"/>
            </p:custDataLst>
          </p:nvPr>
        </p:nvGrpSpPr>
        <p:grpSpPr>
          <a:xfrm>
            <a:off x="1686504" y="6340604"/>
            <a:ext cx="6698723" cy="1954259"/>
            <a:chOff x="0" y="-161925"/>
            <a:chExt cx="8931630" cy="2605678"/>
          </a:xfrm>
        </p:grpSpPr>
        <p:sp>
          <p:nvSpPr>
            <p:cNvPr id="113" name="TextBox 113"/>
            <p:cNvSpPr txBox="1"/>
            <p:nvPr>
              <p:custDataLst>
                <p:tags r:id="rId3"/>
              </p:custDataLst>
            </p:nvPr>
          </p:nvSpPr>
          <p:spPr>
            <a:xfrm>
              <a:off x="0" y="-133350"/>
              <a:ext cx="7705528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80"/>
                </a:lnSpc>
              </a:pPr>
              <a:r>
                <a:rPr lang="en-US" sz="3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添加小标题</a:t>
              </a:r>
            </a:p>
          </p:txBody>
        </p:sp>
        <p:sp>
          <p:nvSpPr>
            <p:cNvPr id="114" name="TextBox 114"/>
            <p:cNvSpPr txBox="1"/>
            <p:nvPr>
              <p:custDataLst>
                <p:tags r:id="rId4"/>
              </p:custDataLst>
            </p:nvPr>
          </p:nvSpPr>
          <p:spPr>
            <a:xfrm>
              <a:off x="0" y="959843"/>
              <a:ext cx="7705527" cy="1483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0"/>
                </a:lnSpc>
              </a:pPr>
              <a:r>
                <a:rPr lang="en-US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单击此处输入您的正文，文字是您思想的提炼，为了最终演示发布良好效果，请尽量言简意赅的阐述观点，以便观者可以准确理解您所传达的信息。</a:t>
              </a:r>
            </a:p>
          </p:txBody>
        </p:sp>
        <p:sp>
          <p:nvSpPr>
            <p:cNvPr id="115" name="TextBox 115"/>
            <p:cNvSpPr txBox="1"/>
            <p:nvPr>
              <p:custDataLst>
                <p:tags r:id="rId5"/>
              </p:custDataLst>
            </p:nvPr>
          </p:nvSpPr>
          <p:spPr>
            <a:xfrm>
              <a:off x="7463461" y="-161925"/>
              <a:ext cx="1468169" cy="1007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6720"/>
                </a:lnSpc>
              </a:pPr>
              <a:r>
                <a:rPr lang="en-US" sz="42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02</a:t>
              </a:r>
            </a:p>
          </p:txBody>
        </p:sp>
      </p:grpSp>
      <p:sp>
        <p:nvSpPr>
          <p:cNvPr id="116" name="AutoShape 116"/>
          <p:cNvSpPr/>
          <p:nvPr>
            <p:custDataLst>
              <p:tags r:id="rId2"/>
            </p:custDataLst>
          </p:nvPr>
        </p:nvSpPr>
        <p:spPr>
          <a:xfrm>
            <a:off x="1686504" y="8691606"/>
            <a:ext cx="669872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401EC736-476B-4664-839B-44C577359006}"/>
              </a:ext>
            </a:extLst>
          </p:cNvPr>
          <p:cNvGrpSpPr/>
          <p:nvPr/>
        </p:nvGrpSpPr>
        <p:grpSpPr>
          <a:xfrm>
            <a:off x="990600" y="435493"/>
            <a:ext cx="11762967" cy="1333617"/>
            <a:chOff x="1560" y="686"/>
            <a:chExt cx="18524" cy="2100"/>
          </a:xfrm>
        </p:grpSpPr>
        <p:sp>
          <p:nvSpPr>
            <p:cNvPr id="126" name="TextBox 114">
              <a:extLst>
                <a:ext uri="{FF2B5EF4-FFF2-40B4-BE49-F238E27FC236}">
                  <a16:creationId xmlns:a16="http://schemas.microsoft.com/office/drawing/2014/main" id="{C1FD3146-2394-4958-8545-81AFB67BDB57}"/>
                </a:ext>
              </a:extLst>
            </p:cNvPr>
            <p:cNvSpPr txBox="1"/>
            <p:nvPr/>
          </p:nvSpPr>
          <p:spPr>
            <a:xfrm>
              <a:off x="9234" y="1523"/>
              <a:ext cx="10850" cy="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4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A6A6A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Please enter a title</a:t>
              </a:r>
            </a:p>
          </p:txBody>
        </p:sp>
        <p:pic>
          <p:nvPicPr>
            <p:cNvPr id="124" name="图片 136" descr="仅校徽">
              <a:extLst>
                <a:ext uri="{FF2B5EF4-FFF2-40B4-BE49-F238E27FC236}">
                  <a16:creationId xmlns:a16="http://schemas.microsoft.com/office/drawing/2014/main" id="{70AD2EB6-842A-4F21-AF46-2098F039F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560" y="686"/>
              <a:ext cx="2100" cy="2100"/>
            </a:xfrm>
            <a:prstGeom prst="rect">
              <a:avLst/>
            </a:prstGeom>
          </p:spPr>
        </p:pic>
      </p:grpSp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48CC2ADF-C0C9-F47A-9161-FEAFAFAFA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104007"/>
              </p:ext>
            </p:extLst>
          </p:nvPr>
        </p:nvGraphicFramePr>
        <p:xfrm>
          <a:off x="2415889" y="405629"/>
          <a:ext cx="15951170" cy="979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0946">
                  <a:extLst>
                    <a:ext uri="{9D8B030D-6E8A-4147-A177-3AD203B41FA5}">
                      <a16:colId xmlns:a16="http://schemas.microsoft.com/office/drawing/2014/main" val="2404528572"/>
                    </a:ext>
                  </a:extLst>
                </a:gridCol>
                <a:gridCol w="7612633">
                  <a:extLst>
                    <a:ext uri="{9D8B030D-6E8A-4147-A177-3AD203B41FA5}">
                      <a16:colId xmlns:a16="http://schemas.microsoft.com/office/drawing/2014/main" val="323605521"/>
                    </a:ext>
                  </a:extLst>
                </a:gridCol>
                <a:gridCol w="6467591">
                  <a:extLst>
                    <a:ext uri="{9D8B030D-6E8A-4147-A177-3AD203B41FA5}">
                      <a16:colId xmlns:a16="http://schemas.microsoft.com/office/drawing/2014/main" val="18746212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文件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核心说明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标准输出格式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38602964"/>
                  </a:ext>
                </a:extLst>
              </a:tr>
              <a:tr h="515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`create.dsl`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action=create → data: title, details?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create: `{"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action":“create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","data":{"id":123,"title":"..."},"summary":"..."}`&lt;</a:t>
                      </a:r>
                      <a:r>
                        <a:rPr lang="en-US" altLang="zh-C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br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/&gt;list: 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同 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list 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示例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324074"/>
                  </a:ext>
                </a:extLst>
              </a:tr>
              <a:tr h="10263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`delete_request.dsl`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action=delete（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若有唯一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id）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action=list（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否则）。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list data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可含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keyword/status/due_from/due_to。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delete: `{"action":"delete","data":{"id":123},"summary":"..."}`&lt;br/&gt;list: `{"action":"list","data":{...},"summary":"..."}`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57064772"/>
                  </a:ext>
                </a:extLst>
              </a:tr>
              <a:tr h="5175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`delete_select.dsl`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action=delete → data: {id}（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必须从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candidates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中选取）。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`{"action":"delete","data":{"id":123},"summary":"..."}`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88443988"/>
                  </a:ext>
                </a:extLst>
              </a:tr>
              <a:tr h="7719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`list.dsl`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action=list → data: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可含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keyword/status/due_from/due_to（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时间转为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YYYY-MM-DD HH:MM）。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`{"action":"list","data":{"keyword":"...","status":"pending"},"summary":"..."}`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27290215"/>
                  </a:ext>
                </a:extLst>
              </a:tr>
              <a:tr h="5175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`router.dsl`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 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`{"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action":"&lt;operation&gt;"}`：create/update/delete/list（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noop）。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仅含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键。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`{"action":"create"}`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 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`{"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action":"noop"}`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0385764"/>
                  </a:ext>
                </a:extLst>
              </a:tr>
              <a:tr h="7719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`todo_prompt.dsl`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通用规范：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action∈{create,read,update,delete,list}，data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模式按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定义，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summary ≤20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字；无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id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时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delete/update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list。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create/read/update/delete/list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示例同上；统一结构：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`{"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action":...,"data":...,"summary":"..."}`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9808774"/>
                  </a:ext>
                </a:extLst>
              </a:tr>
              <a:tr h="7719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`update_request.dsl`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若有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id → action=update，data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包含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id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与要变更字段；无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id → action=list（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返回筛选条件）。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update: `{"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action":"update","data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":{"id":123,"title":"..."},"summary":"..."}`&lt;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br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/&gt;list: 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同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list 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示例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72319127"/>
                  </a:ext>
                </a:extLst>
              </a:tr>
              <a:tr h="5175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`update_select.dsl`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action=update → data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必含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id（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从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candidates），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仅包含用户提及的更新字段；时间转为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YYYY-MM-DD HH:MM。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`{"action":"update","data":{"id":123,"due_at":"2025-12-05 09:00"},"summary":"..."}`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7369720"/>
                  </a:ext>
                </a:extLst>
              </a:tr>
              <a:tr h="515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文件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核心说明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标准输出格式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1668150"/>
                  </a:ext>
                </a:extLst>
              </a:tr>
              <a:tr h="515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`create.dsl`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action=create → data: title, details?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null, due_at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38110418"/>
                  </a:ext>
                </a:extLst>
              </a:tr>
              <a:tr h="10263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`delete_request.dsl`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action=delete（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若有唯一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id）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action=list（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否则）。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list data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可含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keyword/status/due_from/due_to。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delete: `{"action":"delete","data":{"id":123},"summary":"..."}`&lt;br/&gt;list: `{"action":"list","data":{...},"summary":"..."}`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0296600"/>
                  </a:ext>
                </a:extLst>
              </a:tr>
              <a:tr h="5175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`delete_select.dsl`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action=delete → data: {id}（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必须从 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candidates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中选取）。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`{"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action":"delete","data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":{"id":123},"summary":"..."}`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075397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55C42-ACB4-51C3-8EE4-89386E4F1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3E1D59-F43A-231F-6938-A72131BA945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89B093D-026C-AEA0-8F55-86D0FA0FACA4}"/>
              </a:ext>
            </a:extLst>
          </p:cNvPr>
          <p:cNvGrpSpPr/>
          <p:nvPr/>
        </p:nvGrpSpPr>
        <p:grpSpPr>
          <a:xfrm>
            <a:off x="0" y="0"/>
            <a:ext cx="18379763" cy="10287000"/>
            <a:chOff x="0" y="0"/>
            <a:chExt cx="24506350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1636D47-0562-EFBB-EFB0-8533FDA6248D}"/>
                </a:ext>
              </a:extLst>
            </p:cNvPr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712A13D-4542-61F3-4AA7-E1850C8B9D9F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029AB35D-020E-3333-A6F5-5BB958882E7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F28D8CE-B82B-1927-3244-1B1BE1799C45}"/>
                </a:ext>
              </a:extLst>
            </p:cNvPr>
            <p:cNvGrpSpPr/>
            <p:nvPr/>
          </p:nvGrpSpPr>
          <p:grpSpPr>
            <a:xfrm>
              <a:off x="279152" y="630203"/>
              <a:ext cx="456256" cy="456256"/>
              <a:chOff x="0" y="0"/>
              <a:chExt cx="812800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7CBC846-5CC6-E10B-F369-DFDE9F2EE6E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54CC957-1BBD-D5F3-F3D1-2AFC2BF7AA6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41C178B3-B107-486A-0812-B84F9F8FAC70}"/>
                </a:ext>
              </a:extLst>
            </p:cNvPr>
            <p:cNvGrpSpPr/>
            <p:nvPr/>
          </p:nvGrpSpPr>
          <p:grpSpPr>
            <a:xfrm rot="553339">
              <a:off x="7583" y="761446"/>
              <a:ext cx="543138" cy="138439"/>
              <a:chOff x="0" y="0"/>
              <a:chExt cx="147751" cy="3766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5CBB4230-08FB-DA54-77D6-FB6BB59F9B94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2F6BC09D-F7B5-EB69-34E0-A6496CA20AF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A10E813B-34E1-5BBF-7A27-91EE89151371}"/>
                </a:ext>
              </a:extLst>
            </p:cNvPr>
            <p:cNvGrpSpPr/>
            <p:nvPr/>
          </p:nvGrpSpPr>
          <p:grpSpPr>
            <a:xfrm>
              <a:off x="279152" y="3296723"/>
              <a:ext cx="456256" cy="456256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86109F9A-E2FA-56D4-1193-D72CA7F2B6B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7A83AE5F-E727-FCAF-37A1-F4DE84955DD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1C93191E-2619-6919-F8A1-0567CBD4C02E}"/>
                </a:ext>
              </a:extLst>
            </p:cNvPr>
            <p:cNvGrpSpPr/>
            <p:nvPr/>
          </p:nvGrpSpPr>
          <p:grpSpPr>
            <a:xfrm rot="553339">
              <a:off x="7583" y="3427966"/>
              <a:ext cx="543138" cy="138439"/>
              <a:chOff x="0" y="0"/>
              <a:chExt cx="147751" cy="3766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87CAF4A4-EC34-B5A3-A8B8-F1DC3D5838BF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55053A77-C2B7-7558-C15A-10AE819B23F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013D0AD9-F1E9-2692-0318-80F65A4512CB}"/>
                </a:ext>
              </a:extLst>
            </p:cNvPr>
            <p:cNvGrpSpPr/>
            <p:nvPr/>
          </p:nvGrpSpPr>
          <p:grpSpPr>
            <a:xfrm>
              <a:off x="279152" y="8629761"/>
              <a:ext cx="456256" cy="456256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0CCB5E57-068C-F1FB-3409-15DD8E16ED8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B8EF5C64-1766-6DC5-3E57-1180CF5787F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7D168BA7-B08C-1594-1ACE-ED89C5DEAC3A}"/>
                </a:ext>
              </a:extLst>
            </p:cNvPr>
            <p:cNvGrpSpPr/>
            <p:nvPr/>
          </p:nvGrpSpPr>
          <p:grpSpPr>
            <a:xfrm rot="553339">
              <a:off x="7583" y="8761004"/>
              <a:ext cx="543138" cy="138439"/>
              <a:chOff x="0" y="0"/>
              <a:chExt cx="147751" cy="3766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786C33B5-AC4B-94E7-491A-D70A104CD959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8E8796D6-4FA5-4DCA-68ED-21CC8CDA77D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624831DE-8DC6-8F1E-B993-E7EAA5B52688}"/>
                </a:ext>
              </a:extLst>
            </p:cNvPr>
            <p:cNvGrpSpPr/>
            <p:nvPr/>
          </p:nvGrpSpPr>
          <p:grpSpPr>
            <a:xfrm>
              <a:off x="279152" y="4629982"/>
              <a:ext cx="456256" cy="456256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846DE7A9-E504-290F-A511-A1E6234F21A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CCCC3849-A4CC-B882-C8D8-EE3373DDA394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3D7BBB29-C00A-F7BC-D007-A856BE219D32}"/>
                </a:ext>
              </a:extLst>
            </p:cNvPr>
            <p:cNvGrpSpPr/>
            <p:nvPr/>
          </p:nvGrpSpPr>
          <p:grpSpPr>
            <a:xfrm rot="553339">
              <a:off x="7583" y="4761225"/>
              <a:ext cx="543138" cy="138439"/>
              <a:chOff x="0" y="0"/>
              <a:chExt cx="147751" cy="3766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5E979155-F1D6-B875-1CBF-3CCC9D3E35AE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E99A7B4A-A46C-81B6-CDD4-3C47BBE74C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F8DE806F-33E7-A8BA-3DA9-091D36CCF6AC}"/>
                </a:ext>
              </a:extLst>
            </p:cNvPr>
            <p:cNvGrpSpPr/>
            <p:nvPr/>
          </p:nvGrpSpPr>
          <p:grpSpPr>
            <a:xfrm>
              <a:off x="279152" y="9963021"/>
              <a:ext cx="456256" cy="456256"/>
              <a:chOff x="0" y="0"/>
              <a:chExt cx="812800" cy="812800"/>
            </a:xfrm>
          </p:grpSpPr>
          <p:sp>
            <p:nvSpPr>
              <p:cNvPr id="32" name="Freeform 32">
                <a:extLst>
                  <a:ext uri="{FF2B5EF4-FFF2-40B4-BE49-F238E27FC236}">
                    <a16:creationId xmlns:a16="http://schemas.microsoft.com/office/drawing/2014/main" id="{ABB94314-BB19-9A98-9244-8D685122FE9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3" name="TextBox 33">
                <a:extLst>
                  <a:ext uri="{FF2B5EF4-FFF2-40B4-BE49-F238E27FC236}">
                    <a16:creationId xmlns:a16="http://schemas.microsoft.com/office/drawing/2014/main" id="{F0514DBA-FF7F-2493-FDF7-6232FE51910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114B561E-49B2-B22B-5013-BA2772519EB8}"/>
                </a:ext>
              </a:extLst>
            </p:cNvPr>
            <p:cNvGrpSpPr/>
            <p:nvPr/>
          </p:nvGrpSpPr>
          <p:grpSpPr>
            <a:xfrm rot="553339">
              <a:off x="7583" y="10094264"/>
              <a:ext cx="543138" cy="138439"/>
              <a:chOff x="0" y="0"/>
              <a:chExt cx="147751" cy="37660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81BCFAA1-69B9-65E5-C763-B5171205451C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319343D8-DCF8-C681-CD57-1C87CAB8191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8751B779-5420-B69E-9FEC-B4BB980EF216}"/>
                </a:ext>
              </a:extLst>
            </p:cNvPr>
            <p:cNvGrpSpPr/>
            <p:nvPr/>
          </p:nvGrpSpPr>
          <p:grpSpPr>
            <a:xfrm>
              <a:off x="279152" y="1963463"/>
              <a:ext cx="456256" cy="456256"/>
              <a:chOff x="0" y="0"/>
              <a:chExt cx="812800" cy="812800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37FB3010-CCCD-9560-4DB1-91CABC75A0A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F3296D51-69B4-A757-9FDB-B2F9D0238FE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E205B0BF-1AA8-000B-0576-B267CB0ECAFB}"/>
                </a:ext>
              </a:extLst>
            </p:cNvPr>
            <p:cNvGrpSpPr/>
            <p:nvPr/>
          </p:nvGrpSpPr>
          <p:grpSpPr>
            <a:xfrm rot="553339">
              <a:off x="7583" y="2094706"/>
              <a:ext cx="543138" cy="138439"/>
              <a:chOff x="0" y="0"/>
              <a:chExt cx="147751" cy="37660"/>
            </a:xfrm>
          </p:grpSpPr>
          <p:sp>
            <p:nvSpPr>
              <p:cNvPr id="41" name="Freeform 41">
                <a:extLst>
                  <a:ext uri="{FF2B5EF4-FFF2-40B4-BE49-F238E27FC236}">
                    <a16:creationId xmlns:a16="http://schemas.microsoft.com/office/drawing/2014/main" id="{1197F364-480A-8CB1-CA54-AF5F0B17E4A4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A62280E0-CDE4-3670-9620-1EE6BA6E44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AD82A55B-1FB4-06AA-8F84-4C4837C2AD2C}"/>
                </a:ext>
              </a:extLst>
            </p:cNvPr>
            <p:cNvGrpSpPr/>
            <p:nvPr/>
          </p:nvGrpSpPr>
          <p:grpSpPr>
            <a:xfrm>
              <a:off x="279152" y="5963242"/>
              <a:ext cx="456256" cy="456256"/>
              <a:chOff x="0" y="0"/>
              <a:chExt cx="812800" cy="812800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609D2DAF-42CD-5656-1EB5-953720E74B1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5" name="TextBox 45">
                <a:extLst>
                  <a:ext uri="{FF2B5EF4-FFF2-40B4-BE49-F238E27FC236}">
                    <a16:creationId xmlns:a16="http://schemas.microsoft.com/office/drawing/2014/main" id="{EFCE2924-1B59-D568-BAAD-ACC7883A69C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C290F0C3-156B-E32D-9E9D-37DF7C10DC18}"/>
                </a:ext>
              </a:extLst>
            </p:cNvPr>
            <p:cNvGrpSpPr/>
            <p:nvPr/>
          </p:nvGrpSpPr>
          <p:grpSpPr>
            <a:xfrm rot="553339">
              <a:off x="7583" y="6094485"/>
              <a:ext cx="543138" cy="138439"/>
              <a:chOff x="0" y="0"/>
              <a:chExt cx="147751" cy="37660"/>
            </a:xfrm>
          </p:grpSpPr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B29C575A-D904-E310-4034-62C7F31458FC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8" name="TextBox 48">
                <a:extLst>
                  <a:ext uri="{FF2B5EF4-FFF2-40B4-BE49-F238E27FC236}">
                    <a16:creationId xmlns:a16="http://schemas.microsoft.com/office/drawing/2014/main" id="{741B7AD6-9DBF-E577-3E52-B0CB5039B36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E1AF74EC-6AAB-BA92-9C5E-A243EFB27DD9}"/>
                </a:ext>
              </a:extLst>
            </p:cNvPr>
            <p:cNvGrpSpPr/>
            <p:nvPr/>
          </p:nvGrpSpPr>
          <p:grpSpPr>
            <a:xfrm>
              <a:off x="279152" y="11296281"/>
              <a:ext cx="456256" cy="456256"/>
              <a:chOff x="0" y="0"/>
              <a:chExt cx="812800" cy="812800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4E78BD90-707A-3040-AF5A-EDCAC172063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id="{7ADDC908-25DA-715F-3A3E-5D95F484F1A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3F4B8BA3-C5C1-7A69-B1C2-00EB03CC6988}"/>
                </a:ext>
              </a:extLst>
            </p:cNvPr>
            <p:cNvGrpSpPr/>
            <p:nvPr/>
          </p:nvGrpSpPr>
          <p:grpSpPr>
            <a:xfrm rot="553339">
              <a:off x="7583" y="11427524"/>
              <a:ext cx="543138" cy="138439"/>
              <a:chOff x="0" y="0"/>
              <a:chExt cx="147751" cy="37660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53A4A793-CC83-DD85-BB48-5756465A8259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id="{87A97B80-1E91-DE19-C51A-10DF6A4A5D4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id="{065BF759-FC71-795C-D911-AFEB49078A56}"/>
                </a:ext>
              </a:extLst>
            </p:cNvPr>
            <p:cNvGrpSpPr/>
            <p:nvPr/>
          </p:nvGrpSpPr>
          <p:grpSpPr>
            <a:xfrm>
              <a:off x="279152" y="7296502"/>
              <a:ext cx="456256" cy="456256"/>
              <a:chOff x="0" y="0"/>
              <a:chExt cx="812800" cy="812800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612452D5-1BA6-6A62-812A-483F417518A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id="{E6BC57CF-AB4D-F438-9A50-07D2BF08668E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8" name="Group 58">
              <a:extLst>
                <a:ext uri="{FF2B5EF4-FFF2-40B4-BE49-F238E27FC236}">
                  <a16:creationId xmlns:a16="http://schemas.microsoft.com/office/drawing/2014/main" id="{D32135AC-CEAA-65C0-3D26-AA79545BA823}"/>
                </a:ext>
              </a:extLst>
            </p:cNvPr>
            <p:cNvGrpSpPr/>
            <p:nvPr/>
          </p:nvGrpSpPr>
          <p:grpSpPr>
            <a:xfrm rot="553339">
              <a:off x="7583" y="7427745"/>
              <a:ext cx="543138" cy="138439"/>
              <a:chOff x="0" y="0"/>
              <a:chExt cx="147751" cy="37660"/>
            </a:xfrm>
          </p:grpSpPr>
          <p:sp>
            <p:nvSpPr>
              <p:cNvPr id="59" name="Freeform 59">
                <a:extLst>
                  <a:ext uri="{FF2B5EF4-FFF2-40B4-BE49-F238E27FC236}">
                    <a16:creationId xmlns:a16="http://schemas.microsoft.com/office/drawing/2014/main" id="{64D7F235-3594-FB4D-276E-02FB11EFAB50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0" name="TextBox 60">
                <a:extLst>
                  <a:ext uri="{FF2B5EF4-FFF2-40B4-BE49-F238E27FC236}">
                    <a16:creationId xmlns:a16="http://schemas.microsoft.com/office/drawing/2014/main" id="{24BD54A3-1E9F-ABE4-4CE0-FF4AFE3EBC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1" name="Group 61">
              <a:extLst>
                <a:ext uri="{FF2B5EF4-FFF2-40B4-BE49-F238E27FC236}">
                  <a16:creationId xmlns:a16="http://schemas.microsoft.com/office/drawing/2014/main" id="{B9AD86D0-C07A-B071-BDED-75E16C7037BB}"/>
                </a:ext>
              </a:extLst>
            </p:cNvPr>
            <p:cNvGrpSpPr/>
            <p:nvPr/>
          </p:nvGrpSpPr>
          <p:grpSpPr>
            <a:xfrm>
              <a:off x="279152" y="12629540"/>
              <a:ext cx="456256" cy="456256"/>
              <a:chOff x="0" y="0"/>
              <a:chExt cx="812800" cy="812800"/>
            </a:xfrm>
          </p:grpSpPr>
          <p:sp>
            <p:nvSpPr>
              <p:cNvPr id="62" name="Freeform 62">
                <a:extLst>
                  <a:ext uri="{FF2B5EF4-FFF2-40B4-BE49-F238E27FC236}">
                    <a16:creationId xmlns:a16="http://schemas.microsoft.com/office/drawing/2014/main" id="{55CA594E-1EC7-640E-ECEB-33749861188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3" name="TextBox 63">
                <a:extLst>
                  <a:ext uri="{FF2B5EF4-FFF2-40B4-BE49-F238E27FC236}">
                    <a16:creationId xmlns:a16="http://schemas.microsoft.com/office/drawing/2014/main" id="{BFCAE256-3A30-F168-CFFE-A3BFFBBF26F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4" name="Group 64">
              <a:extLst>
                <a:ext uri="{FF2B5EF4-FFF2-40B4-BE49-F238E27FC236}">
                  <a16:creationId xmlns:a16="http://schemas.microsoft.com/office/drawing/2014/main" id="{40ED93F2-6166-2BD6-15E5-E72538E56122}"/>
                </a:ext>
              </a:extLst>
            </p:cNvPr>
            <p:cNvGrpSpPr/>
            <p:nvPr/>
          </p:nvGrpSpPr>
          <p:grpSpPr>
            <a:xfrm rot="553339">
              <a:off x="7583" y="12760783"/>
              <a:ext cx="543138" cy="138439"/>
              <a:chOff x="0" y="0"/>
              <a:chExt cx="147751" cy="37660"/>
            </a:xfrm>
          </p:grpSpPr>
          <p:sp>
            <p:nvSpPr>
              <p:cNvPr id="65" name="Freeform 65">
                <a:extLst>
                  <a:ext uri="{FF2B5EF4-FFF2-40B4-BE49-F238E27FC236}">
                    <a16:creationId xmlns:a16="http://schemas.microsoft.com/office/drawing/2014/main" id="{49C11879-0B7E-152D-D2CF-2EC89829CE23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6" name="TextBox 66">
                <a:extLst>
                  <a:ext uri="{FF2B5EF4-FFF2-40B4-BE49-F238E27FC236}">
                    <a16:creationId xmlns:a16="http://schemas.microsoft.com/office/drawing/2014/main" id="{A3930682-547D-F894-CC37-B992BE4E31A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7" name="Group 67">
              <a:extLst>
                <a:ext uri="{FF2B5EF4-FFF2-40B4-BE49-F238E27FC236}">
                  <a16:creationId xmlns:a16="http://schemas.microsoft.com/office/drawing/2014/main" id="{2379580D-52F8-CCE1-9FED-B66EE133E8A3}"/>
                </a:ext>
              </a:extLst>
            </p:cNvPr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68" name="Freeform 68">
                <a:extLst>
                  <a:ext uri="{FF2B5EF4-FFF2-40B4-BE49-F238E27FC236}">
                    <a16:creationId xmlns:a16="http://schemas.microsoft.com/office/drawing/2014/main" id="{A21B63FD-FBC8-05EE-63E7-8EFD446E088D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9" name="TextBox 69">
                <a:extLst>
                  <a:ext uri="{FF2B5EF4-FFF2-40B4-BE49-F238E27FC236}">
                    <a16:creationId xmlns:a16="http://schemas.microsoft.com/office/drawing/2014/main" id="{DC316B71-FDFA-3CDD-45A0-97C4EF356C5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0" name="Group 70">
              <a:extLst>
                <a:ext uri="{FF2B5EF4-FFF2-40B4-BE49-F238E27FC236}">
                  <a16:creationId xmlns:a16="http://schemas.microsoft.com/office/drawing/2014/main" id="{7CE64473-E618-7188-BB88-A29324DEB938}"/>
                </a:ext>
              </a:extLst>
            </p:cNvPr>
            <p:cNvGrpSpPr/>
            <p:nvPr/>
          </p:nvGrpSpPr>
          <p:grpSpPr>
            <a:xfrm>
              <a:off x="24148870" y="0"/>
              <a:ext cx="357480" cy="13716000"/>
              <a:chOff x="0" y="0"/>
              <a:chExt cx="70613" cy="2709333"/>
            </a:xfrm>
          </p:grpSpPr>
          <p:sp>
            <p:nvSpPr>
              <p:cNvPr id="71" name="Freeform 71">
                <a:extLst>
                  <a:ext uri="{FF2B5EF4-FFF2-40B4-BE49-F238E27FC236}">
                    <a16:creationId xmlns:a16="http://schemas.microsoft.com/office/drawing/2014/main" id="{336005DA-CFA0-186A-658E-338C51ED0F51}"/>
                  </a:ext>
                </a:extLst>
              </p:cNvPr>
              <p:cNvSpPr/>
              <p:nvPr/>
            </p:nvSpPr>
            <p:spPr>
              <a:xfrm>
                <a:off x="0" y="0"/>
                <a:ext cx="7061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70613" h="2709333">
                    <a:moveTo>
                      <a:pt x="0" y="0"/>
                    </a:moveTo>
                    <a:lnTo>
                      <a:pt x="70613" y="0"/>
                    </a:lnTo>
                    <a:lnTo>
                      <a:pt x="706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72" name="TextBox 72">
                <a:extLst>
                  <a:ext uri="{FF2B5EF4-FFF2-40B4-BE49-F238E27FC236}">
                    <a16:creationId xmlns:a16="http://schemas.microsoft.com/office/drawing/2014/main" id="{9D1DC7C6-5B6A-526B-F299-E250B0356EE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0613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3" name="Group 73">
              <a:extLst>
                <a:ext uri="{FF2B5EF4-FFF2-40B4-BE49-F238E27FC236}">
                  <a16:creationId xmlns:a16="http://schemas.microsoft.com/office/drawing/2014/main" id="{4C9B5A82-5437-E101-AF56-03E0DD868F95}"/>
                </a:ext>
              </a:extLst>
            </p:cNvPr>
            <p:cNvGrpSpPr/>
            <p:nvPr/>
          </p:nvGrpSpPr>
          <p:grpSpPr>
            <a:xfrm>
              <a:off x="21623711" y="858331"/>
              <a:ext cx="337709" cy="578975"/>
              <a:chOff x="0" y="0"/>
              <a:chExt cx="796036" cy="1364742"/>
            </a:xfrm>
          </p:grpSpPr>
          <p:sp>
            <p:nvSpPr>
              <p:cNvPr id="74" name="Freeform 74">
                <a:extLst>
                  <a:ext uri="{FF2B5EF4-FFF2-40B4-BE49-F238E27FC236}">
                    <a16:creationId xmlns:a16="http://schemas.microsoft.com/office/drawing/2014/main" id="{731FBC0C-3383-71F3-F645-694B6901FD20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id="{6FC8BE69-4F08-9738-4E59-72EF48E1EBDB}"/>
                </a:ext>
              </a:extLst>
            </p:cNvPr>
            <p:cNvGrpSpPr/>
            <p:nvPr/>
          </p:nvGrpSpPr>
          <p:grpSpPr>
            <a:xfrm>
              <a:off x="22233628" y="858331"/>
              <a:ext cx="337709" cy="578975"/>
              <a:chOff x="0" y="0"/>
              <a:chExt cx="796036" cy="1364742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id="{32C1E29B-5B20-376A-AFBD-85A51DDD85BB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7" name="Group 77">
              <a:extLst>
                <a:ext uri="{FF2B5EF4-FFF2-40B4-BE49-F238E27FC236}">
                  <a16:creationId xmlns:a16="http://schemas.microsoft.com/office/drawing/2014/main" id="{BCDE3370-B196-2273-E9A2-ACCDCACCE7DC}"/>
                </a:ext>
              </a:extLst>
            </p:cNvPr>
            <p:cNvGrpSpPr/>
            <p:nvPr/>
          </p:nvGrpSpPr>
          <p:grpSpPr>
            <a:xfrm>
              <a:off x="22843546" y="858331"/>
              <a:ext cx="337709" cy="578975"/>
              <a:chOff x="0" y="0"/>
              <a:chExt cx="796036" cy="1364742"/>
            </a:xfrm>
          </p:grpSpPr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C71642E7-97B6-ED7E-3349-C57FCD81D7C6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</p:grpSp>
      <p:grpSp>
        <p:nvGrpSpPr>
          <p:cNvPr id="79" name="Group 79">
            <a:extLst>
              <a:ext uri="{FF2B5EF4-FFF2-40B4-BE49-F238E27FC236}">
                <a16:creationId xmlns:a16="http://schemas.microsoft.com/office/drawing/2014/main" id="{CF88CD84-EFBF-0BA9-DA9D-0FBBEB4CF74D}"/>
              </a:ext>
            </a:extLst>
          </p:cNvPr>
          <p:cNvGrpSpPr/>
          <p:nvPr/>
        </p:nvGrpSpPr>
        <p:grpSpPr>
          <a:xfrm>
            <a:off x="11078829" y="3294985"/>
            <a:ext cx="8823028" cy="8823028"/>
            <a:chOff x="0" y="0"/>
            <a:chExt cx="812800" cy="812800"/>
          </a:xfrm>
        </p:grpSpPr>
        <p:sp>
          <p:nvSpPr>
            <p:cNvPr id="80" name="Freeform 80">
              <a:extLst>
                <a:ext uri="{FF2B5EF4-FFF2-40B4-BE49-F238E27FC236}">
                  <a16:creationId xmlns:a16="http://schemas.microsoft.com/office/drawing/2014/main" id="{E6270E27-734B-A055-8717-C11FC2EF632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1" name="TextBox 81">
              <a:extLst>
                <a:ext uri="{FF2B5EF4-FFF2-40B4-BE49-F238E27FC236}">
                  <a16:creationId xmlns:a16="http://schemas.microsoft.com/office/drawing/2014/main" id="{6AFFBDD7-D869-B49D-A118-0735D2E6E853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9170" tIns="39170" rIns="39170" bIns="3917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2" name="Group 82">
            <a:extLst>
              <a:ext uri="{FF2B5EF4-FFF2-40B4-BE49-F238E27FC236}">
                <a16:creationId xmlns:a16="http://schemas.microsoft.com/office/drawing/2014/main" id="{DFBDEB84-3783-5544-6826-5E3750448808}"/>
              </a:ext>
            </a:extLst>
          </p:cNvPr>
          <p:cNvGrpSpPr/>
          <p:nvPr/>
        </p:nvGrpSpPr>
        <p:grpSpPr>
          <a:xfrm>
            <a:off x="12173233" y="4055188"/>
            <a:ext cx="7302621" cy="7302621"/>
            <a:chOff x="0" y="0"/>
            <a:chExt cx="812800" cy="812800"/>
          </a:xfrm>
        </p:grpSpPr>
        <p:sp>
          <p:nvSpPr>
            <p:cNvPr id="83" name="Freeform 83">
              <a:extLst>
                <a:ext uri="{FF2B5EF4-FFF2-40B4-BE49-F238E27FC236}">
                  <a16:creationId xmlns:a16="http://schemas.microsoft.com/office/drawing/2014/main" id="{9A0C894F-8983-AA49-EB70-F5151291D38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5" name="Group 85">
            <a:extLst>
              <a:ext uri="{FF2B5EF4-FFF2-40B4-BE49-F238E27FC236}">
                <a16:creationId xmlns:a16="http://schemas.microsoft.com/office/drawing/2014/main" id="{112C81A3-5770-62CF-3C34-C6CF36CF5CAF}"/>
              </a:ext>
            </a:extLst>
          </p:cNvPr>
          <p:cNvGrpSpPr/>
          <p:nvPr/>
        </p:nvGrpSpPr>
        <p:grpSpPr>
          <a:xfrm>
            <a:off x="777612" y="2776252"/>
            <a:ext cx="10121343" cy="2823255"/>
            <a:chOff x="0" y="-314325"/>
            <a:chExt cx="13495123" cy="3764341"/>
          </a:xfrm>
        </p:grpSpPr>
        <p:sp>
          <p:nvSpPr>
            <p:cNvPr id="86" name="TextBox 86">
              <a:extLst>
                <a:ext uri="{FF2B5EF4-FFF2-40B4-BE49-F238E27FC236}">
                  <a16:creationId xmlns:a16="http://schemas.microsoft.com/office/drawing/2014/main" id="{E1F43C20-26DC-4AA7-3B46-0160336C6328}"/>
                </a:ext>
              </a:extLst>
            </p:cNvPr>
            <p:cNvSpPr txBox="1"/>
            <p:nvPr/>
          </p:nvSpPr>
          <p:spPr>
            <a:xfrm>
              <a:off x="0" y="-314325"/>
              <a:ext cx="4639942" cy="3764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5"/>
                </a:lnSpc>
              </a:pPr>
              <a:r>
                <a:rPr lang="en-US" sz="17005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04</a:t>
              </a:r>
            </a:p>
          </p:txBody>
        </p:sp>
        <p:sp>
          <p:nvSpPr>
            <p:cNvPr id="87" name="TextBox 87">
              <a:extLst>
                <a:ext uri="{FF2B5EF4-FFF2-40B4-BE49-F238E27FC236}">
                  <a16:creationId xmlns:a16="http://schemas.microsoft.com/office/drawing/2014/main" id="{22EEF787-4D6F-4582-CC1F-4C62B1C8F962}"/>
                </a:ext>
              </a:extLst>
            </p:cNvPr>
            <p:cNvSpPr txBox="1"/>
            <p:nvPr/>
          </p:nvSpPr>
          <p:spPr>
            <a:xfrm>
              <a:off x="4308666" y="498833"/>
              <a:ext cx="9186457" cy="1814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840"/>
                </a:lnSpc>
              </a:pPr>
              <a:r>
                <a:rPr lang="zh-CN" altLang="en-US" sz="7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测试说明</a:t>
              </a:r>
            </a:p>
          </p:txBody>
        </p:sp>
        <p:sp>
          <p:nvSpPr>
            <p:cNvPr id="90" name="AutoShape 90">
              <a:extLst>
                <a:ext uri="{FF2B5EF4-FFF2-40B4-BE49-F238E27FC236}">
                  <a16:creationId xmlns:a16="http://schemas.microsoft.com/office/drawing/2014/main" id="{4F0F38E1-9AB2-89E7-B142-9643DAAD759A}"/>
                </a:ext>
              </a:extLst>
            </p:cNvPr>
            <p:cNvSpPr/>
            <p:nvPr/>
          </p:nvSpPr>
          <p:spPr>
            <a:xfrm>
              <a:off x="692718" y="3424517"/>
              <a:ext cx="12645184" cy="0"/>
            </a:xfrm>
            <a:prstGeom prst="line">
              <a:avLst/>
            </a:prstGeom>
            <a:ln w="50800" cap="flat">
              <a:solidFill>
                <a:srgbClr val="004AAD"/>
              </a:solidFill>
              <a:prstDash val="solid"/>
              <a:headEnd type="none" w="sm" len="sm"/>
              <a:tailEnd type="none" w="sm" len="sm"/>
            </a:ln>
          </p:spPr>
        </p:sp>
      </p:grpSp>
      <p:pic>
        <p:nvPicPr>
          <p:cNvPr id="92" name="图片 91">
            <a:extLst>
              <a:ext uri="{FF2B5EF4-FFF2-40B4-BE49-F238E27FC236}">
                <a16:creationId xmlns:a16="http://schemas.microsoft.com/office/drawing/2014/main" id="{81267A56-E4BD-7C24-C104-DB4B71FCF2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5999" y="5382596"/>
            <a:ext cx="11101029" cy="499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7529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379763" cy="10287000"/>
            <a:chOff x="0" y="0"/>
            <a:chExt cx="24506350" cy="13716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279152" y="630203"/>
              <a:ext cx="456256" cy="456256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553339">
              <a:off x="7583" y="761446"/>
              <a:ext cx="543138" cy="138439"/>
              <a:chOff x="0" y="0"/>
              <a:chExt cx="147751" cy="3766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79152" y="3296723"/>
              <a:ext cx="456256" cy="456256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553339">
              <a:off x="7583" y="3427966"/>
              <a:ext cx="543138" cy="138439"/>
              <a:chOff x="0" y="0"/>
              <a:chExt cx="147751" cy="376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79152" y="8629761"/>
              <a:ext cx="456256" cy="45625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553339">
              <a:off x="7583" y="8761004"/>
              <a:ext cx="543138" cy="138439"/>
              <a:chOff x="0" y="0"/>
              <a:chExt cx="147751" cy="376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79152" y="4629982"/>
              <a:ext cx="456256" cy="456256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553339">
              <a:off x="7583" y="4761225"/>
              <a:ext cx="543138" cy="138439"/>
              <a:chOff x="0" y="0"/>
              <a:chExt cx="147751" cy="376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79152" y="9963021"/>
              <a:ext cx="456256" cy="456256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553339">
              <a:off x="7583" y="10094264"/>
              <a:ext cx="543138" cy="138439"/>
              <a:chOff x="0" y="0"/>
              <a:chExt cx="147751" cy="376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79152" y="1963463"/>
              <a:ext cx="456256" cy="456256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553339">
              <a:off x="7583" y="2094706"/>
              <a:ext cx="543138" cy="138439"/>
              <a:chOff x="0" y="0"/>
              <a:chExt cx="147751" cy="376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279152" y="5963242"/>
              <a:ext cx="456256" cy="456256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 rot="553339">
              <a:off x="7583" y="6094485"/>
              <a:ext cx="543138" cy="138439"/>
              <a:chOff x="0" y="0"/>
              <a:chExt cx="147751" cy="376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279152" y="11296281"/>
              <a:ext cx="456256" cy="456256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 rot="553339">
              <a:off x="7583" y="11427524"/>
              <a:ext cx="543138" cy="138439"/>
              <a:chOff x="0" y="0"/>
              <a:chExt cx="147751" cy="376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279152" y="7296502"/>
              <a:ext cx="456256" cy="456256"/>
              <a:chOff x="0" y="0"/>
              <a:chExt cx="812800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 rot="553339">
              <a:off x="7583" y="7427745"/>
              <a:ext cx="543138" cy="138439"/>
              <a:chOff x="0" y="0"/>
              <a:chExt cx="147751" cy="376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79152" y="12629540"/>
              <a:ext cx="456256" cy="456256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 rot="553339">
              <a:off x="7583" y="12760783"/>
              <a:ext cx="543138" cy="138439"/>
              <a:chOff x="0" y="0"/>
              <a:chExt cx="147751" cy="376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24148870" y="0"/>
              <a:ext cx="357480" cy="13716000"/>
              <a:chOff x="0" y="0"/>
              <a:chExt cx="70613" cy="270933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7061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70613" h="2709333">
                    <a:moveTo>
                      <a:pt x="0" y="0"/>
                    </a:moveTo>
                    <a:lnTo>
                      <a:pt x="70613" y="0"/>
                    </a:lnTo>
                    <a:lnTo>
                      <a:pt x="706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0" y="-38100"/>
                <a:ext cx="70613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21623711" y="858331"/>
              <a:ext cx="337709" cy="578975"/>
              <a:chOff x="0" y="0"/>
              <a:chExt cx="796036" cy="1364742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5" name="Group 75"/>
            <p:cNvGrpSpPr/>
            <p:nvPr/>
          </p:nvGrpSpPr>
          <p:grpSpPr>
            <a:xfrm>
              <a:off x="22233628" y="858331"/>
              <a:ext cx="337709" cy="578975"/>
              <a:chOff x="0" y="0"/>
              <a:chExt cx="796036" cy="1364742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7" name="Group 77"/>
            <p:cNvGrpSpPr/>
            <p:nvPr/>
          </p:nvGrpSpPr>
          <p:grpSpPr>
            <a:xfrm>
              <a:off x="22843546" y="858331"/>
              <a:ext cx="337709" cy="578975"/>
              <a:chOff x="0" y="0"/>
              <a:chExt cx="796036" cy="1364742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058E0C7D-C8BA-48DF-A64A-D677BBC27B0F}"/>
              </a:ext>
            </a:extLst>
          </p:cNvPr>
          <p:cNvGrpSpPr/>
          <p:nvPr/>
        </p:nvGrpSpPr>
        <p:grpSpPr>
          <a:xfrm>
            <a:off x="990600" y="419616"/>
            <a:ext cx="8479954" cy="1349493"/>
            <a:chOff x="1560" y="661"/>
            <a:chExt cx="13354" cy="2125"/>
          </a:xfrm>
        </p:grpSpPr>
        <p:sp>
          <p:nvSpPr>
            <p:cNvPr id="119" name="TextBox 113">
              <a:extLst>
                <a:ext uri="{FF2B5EF4-FFF2-40B4-BE49-F238E27FC236}">
                  <a16:creationId xmlns:a16="http://schemas.microsoft.com/office/drawing/2014/main" id="{E92B3B7A-56ED-4816-AC4C-36F98212EBC3}"/>
                </a:ext>
              </a:extLst>
            </p:cNvPr>
            <p:cNvSpPr txBox="1"/>
            <p:nvPr/>
          </p:nvSpPr>
          <p:spPr>
            <a:xfrm>
              <a:off x="4064" y="661"/>
              <a:ext cx="10850" cy="1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920"/>
                </a:lnSpc>
              </a:pPr>
              <a:r>
                <a:rPr lang="zh-CN" altLang="en-US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测试驱动：</a:t>
              </a:r>
              <a:r>
                <a:rPr lang="en-US" altLang="zh-CN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API</a:t>
              </a:r>
              <a:endParaRPr lang="zh-CN" altLang="en-US" sz="6000" dirty="0">
                <a:solidFill>
                  <a:srgbClr val="004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pic>
          <p:nvPicPr>
            <p:cNvPr id="118" name="图片 136" descr="仅校徽">
              <a:extLst>
                <a:ext uri="{FF2B5EF4-FFF2-40B4-BE49-F238E27FC236}">
                  <a16:creationId xmlns:a16="http://schemas.microsoft.com/office/drawing/2014/main" id="{C767D126-4C69-4E6D-BAAC-195744374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60" y="686"/>
              <a:ext cx="2100" cy="2100"/>
            </a:xfrm>
            <a:prstGeom prst="rect">
              <a:avLst/>
            </a:prstGeom>
          </p:spPr>
        </p:pic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C1987165-34B5-BA39-CD54-E4C4065C0BCB}"/>
              </a:ext>
            </a:extLst>
          </p:cNvPr>
          <p:cNvSpPr txBox="1"/>
          <p:nvPr/>
        </p:nvSpPr>
        <p:spPr>
          <a:xfrm>
            <a:off x="11569700" y="1555095"/>
            <a:ext cx="580354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API</a:t>
            </a:r>
            <a:r>
              <a:rPr lang="zh-CN" altLang="en-US" sz="4400" dirty="0"/>
              <a:t>模块的驱动测试，通过单个测试和自动化测试脚本验证</a:t>
            </a:r>
            <a:r>
              <a:rPr lang="en-US" altLang="zh-CN" sz="4400" dirty="0"/>
              <a:t>API</a:t>
            </a:r>
            <a:r>
              <a:rPr lang="zh-CN" altLang="en-US" sz="4400" dirty="0"/>
              <a:t>模块在收到指定的参数后可正常处理，验证返回参数是否正确</a:t>
            </a:r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A271DF89-5BC3-B051-7559-07C1B0D6D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4433" y="1664610"/>
            <a:ext cx="6806142" cy="6195936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86FD1125-2CDF-6418-A595-4E4B204092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113" y="8110950"/>
            <a:ext cx="13527388" cy="1581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31515-D472-FBB0-BFBA-65C9B9A4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9F448C-CCD1-D5F5-4B1A-B0471090A23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5251C8A-0295-3357-034C-DE4DA5716ABF}"/>
              </a:ext>
            </a:extLst>
          </p:cNvPr>
          <p:cNvGrpSpPr/>
          <p:nvPr/>
        </p:nvGrpSpPr>
        <p:grpSpPr>
          <a:xfrm>
            <a:off x="0" y="0"/>
            <a:ext cx="18379763" cy="10287000"/>
            <a:chOff x="0" y="0"/>
            <a:chExt cx="24506350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D91A74A-71F0-4B62-8019-441CCC9B2798}"/>
                </a:ext>
              </a:extLst>
            </p:cNvPr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D4A3AD3-F754-50A3-15C5-21C39506D48C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C6F0FFD-224E-3446-68D6-84800AAB35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66D37AD-B7D0-C2E5-04AF-905E49F71BE9}"/>
                </a:ext>
              </a:extLst>
            </p:cNvPr>
            <p:cNvGrpSpPr/>
            <p:nvPr/>
          </p:nvGrpSpPr>
          <p:grpSpPr>
            <a:xfrm>
              <a:off x="279152" y="630203"/>
              <a:ext cx="456256" cy="456256"/>
              <a:chOff x="0" y="0"/>
              <a:chExt cx="812800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F2E8316-2C20-D2F9-5AA4-CEA8A20517F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1296EF9-6D9B-EFCA-60FD-0BDE8C62DC8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E5FE4CBB-2CF6-A428-C88C-5063778EE2AB}"/>
                </a:ext>
              </a:extLst>
            </p:cNvPr>
            <p:cNvGrpSpPr/>
            <p:nvPr/>
          </p:nvGrpSpPr>
          <p:grpSpPr>
            <a:xfrm rot="553339">
              <a:off x="7583" y="761446"/>
              <a:ext cx="543138" cy="138439"/>
              <a:chOff x="0" y="0"/>
              <a:chExt cx="147751" cy="3766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936A3715-60CC-0524-BDA4-FA562994AA1B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6AF81EA4-BA3E-7DBD-1F39-8C6D27E0E15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111D4EDB-FC03-BB72-6547-2A0A0067BEA1}"/>
                </a:ext>
              </a:extLst>
            </p:cNvPr>
            <p:cNvGrpSpPr/>
            <p:nvPr/>
          </p:nvGrpSpPr>
          <p:grpSpPr>
            <a:xfrm>
              <a:off x="279152" y="3296723"/>
              <a:ext cx="456256" cy="456256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928C3B07-661F-4824-A748-ECF06DF8C68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4149960A-63D9-79E8-4D18-E21A6FDB39A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03406A9A-8C20-C0D3-4046-FFA91CBB742E}"/>
                </a:ext>
              </a:extLst>
            </p:cNvPr>
            <p:cNvGrpSpPr/>
            <p:nvPr/>
          </p:nvGrpSpPr>
          <p:grpSpPr>
            <a:xfrm rot="553339">
              <a:off x="7583" y="3427966"/>
              <a:ext cx="543138" cy="138439"/>
              <a:chOff x="0" y="0"/>
              <a:chExt cx="147751" cy="3766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5DEED75C-348F-5571-E759-6DE9B119E5DD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EA408A95-9AAC-84F7-80DE-39A107D3D1F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78D4E59A-5F0F-DA96-A245-777F7B22FAF8}"/>
                </a:ext>
              </a:extLst>
            </p:cNvPr>
            <p:cNvGrpSpPr/>
            <p:nvPr/>
          </p:nvGrpSpPr>
          <p:grpSpPr>
            <a:xfrm>
              <a:off x="279152" y="8629761"/>
              <a:ext cx="456256" cy="456256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5B42C081-8D49-63AF-C57B-EF05B8A4BBD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6BA10EED-E203-BC4C-AAE9-F7F41561829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E7079DDE-89B2-2F16-7DDC-C38706213117}"/>
                </a:ext>
              </a:extLst>
            </p:cNvPr>
            <p:cNvGrpSpPr/>
            <p:nvPr/>
          </p:nvGrpSpPr>
          <p:grpSpPr>
            <a:xfrm rot="553339">
              <a:off x="7583" y="8761004"/>
              <a:ext cx="543138" cy="138439"/>
              <a:chOff x="0" y="0"/>
              <a:chExt cx="147751" cy="3766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680540A9-FB83-6D87-A5F3-FAF433F65B81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FF8A5408-ABB7-58E2-C741-16021DE74CB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C81ADAC8-3111-A430-D2ED-70E26E072625}"/>
                </a:ext>
              </a:extLst>
            </p:cNvPr>
            <p:cNvGrpSpPr/>
            <p:nvPr/>
          </p:nvGrpSpPr>
          <p:grpSpPr>
            <a:xfrm>
              <a:off x="279152" y="4629982"/>
              <a:ext cx="456256" cy="456256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8EBED45D-6187-E986-ACCC-34EBB171E8E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F41AB372-28DD-04C8-66C1-4C7D2068417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B68EA5AF-0C59-29D8-6637-D98365A6ECB9}"/>
                </a:ext>
              </a:extLst>
            </p:cNvPr>
            <p:cNvGrpSpPr/>
            <p:nvPr/>
          </p:nvGrpSpPr>
          <p:grpSpPr>
            <a:xfrm rot="553339">
              <a:off x="7583" y="4761225"/>
              <a:ext cx="543138" cy="138439"/>
              <a:chOff x="0" y="0"/>
              <a:chExt cx="147751" cy="3766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5D0689B9-8AEB-772B-B554-31828385F656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0D683EF4-272B-0028-7497-B79F316D6D7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48814EAE-AC48-099B-4006-DAF065F07ED4}"/>
                </a:ext>
              </a:extLst>
            </p:cNvPr>
            <p:cNvGrpSpPr/>
            <p:nvPr/>
          </p:nvGrpSpPr>
          <p:grpSpPr>
            <a:xfrm>
              <a:off x="279152" y="9963021"/>
              <a:ext cx="456256" cy="456256"/>
              <a:chOff x="0" y="0"/>
              <a:chExt cx="812800" cy="812800"/>
            </a:xfrm>
          </p:grpSpPr>
          <p:sp>
            <p:nvSpPr>
              <p:cNvPr id="32" name="Freeform 32">
                <a:extLst>
                  <a:ext uri="{FF2B5EF4-FFF2-40B4-BE49-F238E27FC236}">
                    <a16:creationId xmlns:a16="http://schemas.microsoft.com/office/drawing/2014/main" id="{DBDF1B7B-DD4B-AD6F-34BE-7E8702F8AE1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3" name="TextBox 33">
                <a:extLst>
                  <a:ext uri="{FF2B5EF4-FFF2-40B4-BE49-F238E27FC236}">
                    <a16:creationId xmlns:a16="http://schemas.microsoft.com/office/drawing/2014/main" id="{A34EA381-32D5-19A7-86FE-07ED5E140D1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0D2945BE-3680-5A37-0D9A-3F5838614872}"/>
                </a:ext>
              </a:extLst>
            </p:cNvPr>
            <p:cNvGrpSpPr/>
            <p:nvPr/>
          </p:nvGrpSpPr>
          <p:grpSpPr>
            <a:xfrm rot="553339">
              <a:off x="7583" y="10094264"/>
              <a:ext cx="543138" cy="138439"/>
              <a:chOff x="0" y="0"/>
              <a:chExt cx="147751" cy="37660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BDB07C65-DAAE-7685-7C72-E8A2768DFD89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0BE8808B-4B06-A92F-C322-C71E4E1042C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E5B9645D-6284-89B1-6BD0-07A98375BF66}"/>
                </a:ext>
              </a:extLst>
            </p:cNvPr>
            <p:cNvGrpSpPr/>
            <p:nvPr/>
          </p:nvGrpSpPr>
          <p:grpSpPr>
            <a:xfrm>
              <a:off x="279152" y="1963463"/>
              <a:ext cx="456256" cy="456256"/>
              <a:chOff x="0" y="0"/>
              <a:chExt cx="812800" cy="812800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FBB26EEA-4451-9B68-0981-ABC9EDEB8C3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BC31A55D-F379-6FA0-5C0E-AA1877EC582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D7342BA0-FDE2-0EE3-F35F-9F98932932ED}"/>
                </a:ext>
              </a:extLst>
            </p:cNvPr>
            <p:cNvGrpSpPr/>
            <p:nvPr/>
          </p:nvGrpSpPr>
          <p:grpSpPr>
            <a:xfrm rot="553339">
              <a:off x="7583" y="2094706"/>
              <a:ext cx="543138" cy="138439"/>
              <a:chOff x="0" y="0"/>
              <a:chExt cx="147751" cy="37660"/>
            </a:xfrm>
          </p:grpSpPr>
          <p:sp>
            <p:nvSpPr>
              <p:cNvPr id="41" name="Freeform 41">
                <a:extLst>
                  <a:ext uri="{FF2B5EF4-FFF2-40B4-BE49-F238E27FC236}">
                    <a16:creationId xmlns:a16="http://schemas.microsoft.com/office/drawing/2014/main" id="{61D02498-3B56-D436-2E09-EA6DCE9C0A65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80CB8145-40C6-8169-3343-857CDF46808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3AD836B3-DA81-202E-92F1-BACA26F638BB}"/>
                </a:ext>
              </a:extLst>
            </p:cNvPr>
            <p:cNvGrpSpPr/>
            <p:nvPr/>
          </p:nvGrpSpPr>
          <p:grpSpPr>
            <a:xfrm>
              <a:off x="279152" y="5963242"/>
              <a:ext cx="456256" cy="456256"/>
              <a:chOff x="0" y="0"/>
              <a:chExt cx="812800" cy="812800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8299F2EC-E61D-F8E8-741A-513A9F2F942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5" name="TextBox 45">
                <a:extLst>
                  <a:ext uri="{FF2B5EF4-FFF2-40B4-BE49-F238E27FC236}">
                    <a16:creationId xmlns:a16="http://schemas.microsoft.com/office/drawing/2014/main" id="{3C5A647C-8D09-04D3-CE7F-63803E64D68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DB06ED27-1190-3C50-EB9F-EF6298ECBB2B}"/>
                </a:ext>
              </a:extLst>
            </p:cNvPr>
            <p:cNvGrpSpPr/>
            <p:nvPr/>
          </p:nvGrpSpPr>
          <p:grpSpPr>
            <a:xfrm rot="553339">
              <a:off x="7583" y="6094485"/>
              <a:ext cx="543138" cy="138439"/>
              <a:chOff x="0" y="0"/>
              <a:chExt cx="147751" cy="37660"/>
            </a:xfrm>
          </p:grpSpPr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D5319802-8528-93DA-BF87-19DA7A00CE58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8" name="TextBox 48">
                <a:extLst>
                  <a:ext uri="{FF2B5EF4-FFF2-40B4-BE49-F238E27FC236}">
                    <a16:creationId xmlns:a16="http://schemas.microsoft.com/office/drawing/2014/main" id="{9ED549E3-8AC3-D5E2-E577-379711D33C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D555BC9C-4383-B1C5-D528-64F7DE287BED}"/>
                </a:ext>
              </a:extLst>
            </p:cNvPr>
            <p:cNvGrpSpPr/>
            <p:nvPr/>
          </p:nvGrpSpPr>
          <p:grpSpPr>
            <a:xfrm>
              <a:off x="279152" y="11296281"/>
              <a:ext cx="456256" cy="456256"/>
              <a:chOff x="0" y="0"/>
              <a:chExt cx="812800" cy="812800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D054BA91-4823-20F0-C882-719AC70A687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id="{2E126A90-CE14-9400-5D0A-A854E02137F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3A65AF5E-2027-8389-D71E-B27B5ED53594}"/>
                </a:ext>
              </a:extLst>
            </p:cNvPr>
            <p:cNvGrpSpPr/>
            <p:nvPr/>
          </p:nvGrpSpPr>
          <p:grpSpPr>
            <a:xfrm rot="553339">
              <a:off x="7583" y="11427524"/>
              <a:ext cx="543138" cy="138439"/>
              <a:chOff x="0" y="0"/>
              <a:chExt cx="147751" cy="37660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3BBEDD64-BEC2-7DF8-0C80-154125CAEA7D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id="{E564D778-097B-F048-86A2-DBF50EB40CC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id="{C19AE900-3E0C-0593-D7F4-ED50C0492871}"/>
                </a:ext>
              </a:extLst>
            </p:cNvPr>
            <p:cNvGrpSpPr/>
            <p:nvPr/>
          </p:nvGrpSpPr>
          <p:grpSpPr>
            <a:xfrm>
              <a:off x="279152" y="7296502"/>
              <a:ext cx="456256" cy="456256"/>
              <a:chOff x="0" y="0"/>
              <a:chExt cx="812800" cy="812800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5C77EBE8-624F-BC67-2876-220BDEE3264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id="{676EC0CA-610C-9C51-7FB8-74E1678C49B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8" name="Group 58">
              <a:extLst>
                <a:ext uri="{FF2B5EF4-FFF2-40B4-BE49-F238E27FC236}">
                  <a16:creationId xmlns:a16="http://schemas.microsoft.com/office/drawing/2014/main" id="{11F8BB94-8B83-258D-E30C-E8EABC8CE0EB}"/>
                </a:ext>
              </a:extLst>
            </p:cNvPr>
            <p:cNvGrpSpPr/>
            <p:nvPr/>
          </p:nvGrpSpPr>
          <p:grpSpPr>
            <a:xfrm rot="553339">
              <a:off x="7583" y="7427745"/>
              <a:ext cx="543138" cy="138439"/>
              <a:chOff x="0" y="0"/>
              <a:chExt cx="147751" cy="37660"/>
            </a:xfrm>
          </p:grpSpPr>
          <p:sp>
            <p:nvSpPr>
              <p:cNvPr id="59" name="Freeform 59">
                <a:extLst>
                  <a:ext uri="{FF2B5EF4-FFF2-40B4-BE49-F238E27FC236}">
                    <a16:creationId xmlns:a16="http://schemas.microsoft.com/office/drawing/2014/main" id="{2112DF12-1F83-06E2-4607-7C1A9BBCA62D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0" name="TextBox 60">
                <a:extLst>
                  <a:ext uri="{FF2B5EF4-FFF2-40B4-BE49-F238E27FC236}">
                    <a16:creationId xmlns:a16="http://schemas.microsoft.com/office/drawing/2014/main" id="{635173F9-70C1-3073-3A61-901BA486BF2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1" name="Group 61">
              <a:extLst>
                <a:ext uri="{FF2B5EF4-FFF2-40B4-BE49-F238E27FC236}">
                  <a16:creationId xmlns:a16="http://schemas.microsoft.com/office/drawing/2014/main" id="{9DB571A7-F5EF-5779-D4B9-F284DC2786F3}"/>
                </a:ext>
              </a:extLst>
            </p:cNvPr>
            <p:cNvGrpSpPr/>
            <p:nvPr/>
          </p:nvGrpSpPr>
          <p:grpSpPr>
            <a:xfrm>
              <a:off x="279152" y="12629540"/>
              <a:ext cx="456256" cy="456256"/>
              <a:chOff x="0" y="0"/>
              <a:chExt cx="812800" cy="812800"/>
            </a:xfrm>
          </p:grpSpPr>
          <p:sp>
            <p:nvSpPr>
              <p:cNvPr id="62" name="Freeform 62">
                <a:extLst>
                  <a:ext uri="{FF2B5EF4-FFF2-40B4-BE49-F238E27FC236}">
                    <a16:creationId xmlns:a16="http://schemas.microsoft.com/office/drawing/2014/main" id="{CDDE5EC6-B350-FDAE-B973-EFC1257DC1E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3" name="TextBox 63">
                <a:extLst>
                  <a:ext uri="{FF2B5EF4-FFF2-40B4-BE49-F238E27FC236}">
                    <a16:creationId xmlns:a16="http://schemas.microsoft.com/office/drawing/2014/main" id="{616ACC2D-F3DA-AC47-4776-5BCB90F5B3D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4" name="Group 64">
              <a:extLst>
                <a:ext uri="{FF2B5EF4-FFF2-40B4-BE49-F238E27FC236}">
                  <a16:creationId xmlns:a16="http://schemas.microsoft.com/office/drawing/2014/main" id="{1F944C3C-AB35-3706-8339-A8F45A90745A}"/>
                </a:ext>
              </a:extLst>
            </p:cNvPr>
            <p:cNvGrpSpPr/>
            <p:nvPr/>
          </p:nvGrpSpPr>
          <p:grpSpPr>
            <a:xfrm rot="553339">
              <a:off x="7583" y="12760783"/>
              <a:ext cx="543138" cy="138439"/>
              <a:chOff x="0" y="0"/>
              <a:chExt cx="147751" cy="37660"/>
            </a:xfrm>
          </p:grpSpPr>
          <p:sp>
            <p:nvSpPr>
              <p:cNvPr id="65" name="Freeform 65">
                <a:extLst>
                  <a:ext uri="{FF2B5EF4-FFF2-40B4-BE49-F238E27FC236}">
                    <a16:creationId xmlns:a16="http://schemas.microsoft.com/office/drawing/2014/main" id="{A18DBD56-660E-A39C-CBF2-F4A2CBFD756B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6" name="TextBox 66">
                <a:extLst>
                  <a:ext uri="{FF2B5EF4-FFF2-40B4-BE49-F238E27FC236}">
                    <a16:creationId xmlns:a16="http://schemas.microsoft.com/office/drawing/2014/main" id="{92BC86F6-3131-F75A-3BB6-74D4E9FDD95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7" name="Group 67">
              <a:extLst>
                <a:ext uri="{FF2B5EF4-FFF2-40B4-BE49-F238E27FC236}">
                  <a16:creationId xmlns:a16="http://schemas.microsoft.com/office/drawing/2014/main" id="{93EE7B02-A131-4C4B-0AB6-2415F033F02E}"/>
                </a:ext>
              </a:extLst>
            </p:cNvPr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68" name="Freeform 68">
                <a:extLst>
                  <a:ext uri="{FF2B5EF4-FFF2-40B4-BE49-F238E27FC236}">
                    <a16:creationId xmlns:a16="http://schemas.microsoft.com/office/drawing/2014/main" id="{98B7D8AF-2DD0-382B-124E-1290E7A78E01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9" name="TextBox 69">
                <a:extLst>
                  <a:ext uri="{FF2B5EF4-FFF2-40B4-BE49-F238E27FC236}">
                    <a16:creationId xmlns:a16="http://schemas.microsoft.com/office/drawing/2014/main" id="{7D83A90C-1234-FB72-6F6B-DA723C9025E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0" name="Group 70">
              <a:extLst>
                <a:ext uri="{FF2B5EF4-FFF2-40B4-BE49-F238E27FC236}">
                  <a16:creationId xmlns:a16="http://schemas.microsoft.com/office/drawing/2014/main" id="{884C3096-C2DB-100B-0ECD-3D8BC4A088CA}"/>
                </a:ext>
              </a:extLst>
            </p:cNvPr>
            <p:cNvGrpSpPr/>
            <p:nvPr/>
          </p:nvGrpSpPr>
          <p:grpSpPr>
            <a:xfrm>
              <a:off x="24148870" y="0"/>
              <a:ext cx="357480" cy="13716000"/>
              <a:chOff x="0" y="0"/>
              <a:chExt cx="70613" cy="2709333"/>
            </a:xfrm>
          </p:grpSpPr>
          <p:sp>
            <p:nvSpPr>
              <p:cNvPr id="71" name="Freeform 71">
                <a:extLst>
                  <a:ext uri="{FF2B5EF4-FFF2-40B4-BE49-F238E27FC236}">
                    <a16:creationId xmlns:a16="http://schemas.microsoft.com/office/drawing/2014/main" id="{20D9A722-0CB9-4E33-F825-9FA40CE43F78}"/>
                  </a:ext>
                </a:extLst>
              </p:cNvPr>
              <p:cNvSpPr/>
              <p:nvPr/>
            </p:nvSpPr>
            <p:spPr>
              <a:xfrm>
                <a:off x="0" y="0"/>
                <a:ext cx="7061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70613" h="2709333">
                    <a:moveTo>
                      <a:pt x="0" y="0"/>
                    </a:moveTo>
                    <a:lnTo>
                      <a:pt x="70613" y="0"/>
                    </a:lnTo>
                    <a:lnTo>
                      <a:pt x="706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72" name="TextBox 72">
                <a:extLst>
                  <a:ext uri="{FF2B5EF4-FFF2-40B4-BE49-F238E27FC236}">
                    <a16:creationId xmlns:a16="http://schemas.microsoft.com/office/drawing/2014/main" id="{8900D7EB-DB9F-7053-83D6-0AA164ED9BD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0613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3" name="Group 73">
              <a:extLst>
                <a:ext uri="{FF2B5EF4-FFF2-40B4-BE49-F238E27FC236}">
                  <a16:creationId xmlns:a16="http://schemas.microsoft.com/office/drawing/2014/main" id="{E0B003E1-47F0-AB7D-8825-EC181FF50CAD}"/>
                </a:ext>
              </a:extLst>
            </p:cNvPr>
            <p:cNvGrpSpPr/>
            <p:nvPr/>
          </p:nvGrpSpPr>
          <p:grpSpPr>
            <a:xfrm>
              <a:off x="21623711" y="858331"/>
              <a:ext cx="337709" cy="578975"/>
              <a:chOff x="0" y="0"/>
              <a:chExt cx="796036" cy="1364742"/>
            </a:xfrm>
          </p:grpSpPr>
          <p:sp>
            <p:nvSpPr>
              <p:cNvPr id="74" name="Freeform 74">
                <a:extLst>
                  <a:ext uri="{FF2B5EF4-FFF2-40B4-BE49-F238E27FC236}">
                    <a16:creationId xmlns:a16="http://schemas.microsoft.com/office/drawing/2014/main" id="{1318BBA6-BC01-53C8-2A66-69155E6E30A6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id="{08344F5B-FB61-50EE-09F9-6A781381A353}"/>
                </a:ext>
              </a:extLst>
            </p:cNvPr>
            <p:cNvGrpSpPr/>
            <p:nvPr/>
          </p:nvGrpSpPr>
          <p:grpSpPr>
            <a:xfrm>
              <a:off x="22233628" y="858331"/>
              <a:ext cx="337709" cy="578975"/>
              <a:chOff x="0" y="0"/>
              <a:chExt cx="796036" cy="1364742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id="{E05ACBCE-553A-7D3B-4079-2C32B59D9879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7" name="Group 77">
              <a:extLst>
                <a:ext uri="{FF2B5EF4-FFF2-40B4-BE49-F238E27FC236}">
                  <a16:creationId xmlns:a16="http://schemas.microsoft.com/office/drawing/2014/main" id="{29F11458-4793-0405-B824-72D8C029AF06}"/>
                </a:ext>
              </a:extLst>
            </p:cNvPr>
            <p:cNvGrpSpPr/>
            <p:nvPr/>
          </p:nvGrpSpPr>
          <p:grpSpPr>
            <a:xfrm>
              <a:off x="22843546" y="858331"/>
              <a:ext cx="337709" cy="578975"/>
              <a:chOff x="0" y="0"/>
              <a:chExt cx="796036" cy="1364742"/>
            </a:xfrm>
          </p:grpSpPr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21340B38-6440-FB20-7AE6-B070A684D388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11E9673-5B15-BAA6-4D2C-8E784CCAE943}"/>
              </a:ext>
            </a:extLst>
          </p:cNvPr>
          <p:cNvGrpSpPr/>
          <p:nvPr/>
        </p:nvGrpSpPr>
        <p:grpSpPr>
          <a:xfrm>
            <a:off x="990600" y="419616"/>
            <a:ext cx="13944870" cy="1349493"/>
            <a:chOff x="1560" y="661"/>
            <a:chExt cx="21960" cy="2125"/>
          </a:xfrm>
        </p:grpSpPr>
        <p:sp>
          <p:nvSpPr>
            <p:cNvPr id="119" name="TextBox 113">
              <a:extLst>
                <a:ext uri="{FF2B5EF4-FFF2-40B4-BE49-F238E27FC236}">
                  <a16:creationId xmlns:a16="http://schemas.microsoft.com/office/drawing/2014/main" id="{BAF0F097-1A10-17E0-DA11-32D27A62C516}"/>
                </a:ext>
              </a:extLst>
            </p:cNvPr>
            <p:cNvSpPr txBox="1"/>
            <p:nvPr/>
          </p:nvSpPr>
          <p:spPr>
            <a:xfrm>
              <a:off x="4064" y="661"/>
              <a:ext cx="19456" cy="17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920"/>
                </a:lnSpc>
              </a:pPr>
              <a:r>
                <a:rPr lang="zh-CN" altLang="en-US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测试驱动：</a:t>
              </a:r>
              <a:r>
                <a:rPr lang="en-US" altLang="zh-CN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LLM</a:t>
              </a:r>
              <a:r>
                <a:rPr lang="zh-CN" altLang="en-US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模型</a:t>
              </a:r>
              <a:r>
                <a:rPr lang="en-US" altLang="zh-CN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/Assistant</a:t>
              </a:r>
              <a:r>
                <a:rPr lang="zh-CN" altLang="en-US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模块</a:t>
              </a:r>
            </a:p>
          </p:txBody>
        </p:sp>
        <p:pic>
          <p:nvPicPr>
            <p:cNvPr id="118" name="图片 136" descr="仅校徽">
              <a:extLst>
                <a:ext uri="{FF2B5EF4-FFF2-40B4-BE49-F238E27FC236}">
                  <a16:creationId xmlns:a16="http://schemas.microsoft.com/office/drawing/2014/main" id="{C4B25CDA-0DDA-35FC-5D3A-9D0AB229B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60" y="686"/>
              <a:ext cx="2100" cy="2100"/>
            </a:xfrm>
            <a:prstGeom prst="rect">
              <a:avLst/>
            </a:prstGeom>
          </p:spPr>
        </p:pic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2DCB72C1-B83E-F9BA-6FBF-39B6DA245E0B}"/>
              </a:ext>
            </a:extLst>
          </p:cNvPr>
          <p:cNvSpPr txBox="1"/>
          <p:nvPr/>
        </p:nvSpPr>
        <p:spPr>
          <a:xfrm>
            <a:off x="8187727" y="1565812"/>
            <a:ext cx="580354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LLM</a:t>
            </a:r>
            <a:r>
              <a:rPr lang="zh-CN" altLang="en-US" sz="4400" dirty="0"/>
              <a:t>模块的驱动测试，通过单个测试和自动化测试脚本验证</a:t>
            </a:r>
            <a:r>
              <a:rPr lang="en-US" altLang="zh-CN" sz="4400" dirty="0"/>
              <a:t>API</a:t>
            </a:r>
            <a:r>
              <a:rPr lang="zh-CN" altLang="en-US" sz="4400" dirty="0"/>
              <a:t>模块在收到自然语言可正常返回</a:t>
            </a:r>
            <a:r>
              <a:rPr lang="en-US" altLang="zh-CN" sz="4400" dirty="0" err="1"/>
              <a:t>json</a:t>
            </a:r>
            <a:r>
              <a:rPr lang="zh-CN" altLang="en-US" sz="4400" dirty="0"/>
              <a:t>，验证返回参数是否正确，是否可以正常调用</a:t>
            </a:r>
            <a:r>
              <a:rPr lang="en-US" altLang="zh-CN" sz="4400" dirty="0"/>
              <a:t>API</a:t>
            </a:r>
            <a:r>
              <a:rPr lang="zh-CN" altLang="en-US" sz="4400" dirty="0"/>
              <a:t>模块</a:t>
            </a: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3CA81625-8DE1-4A34-9560-5CDC74248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4126" y="1679751"/>
            <a:ext cx="4718551" cy="4551957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EA292E72-1A2B-073D-5160-83122F83E6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390" y="6191696"/>
            <a:ext cx="9592873" cy="421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0963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61FD-A30E-834A-F890-D3D3BE56D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027B3E9-CF23-FDEB-D7E5-03FC7ACAA50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EAD5B9A-8F7D-4E5B-1AD9-C8A021822540}"/>
              </a:ext>
            </a:extLst>
          </p:cNvPr>
          <p:cNvGrpSpPr/>
          <p:nvPr/>
        </p:nvGrpSpPr>
        <p:grpSpPr>
          <a:xfrm>
            <a:off x="0" y="0"/>
            <a:ext cx="18379763" cy="10287000"/>
            <a:chOff x="0" y="0"/>
            <a:chExt cx="24506350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3D88512-7461-68E9-8202-C71F5E56C8F1}"/>
                </a:ext>
              </a:extLst>
            </p:cNvPr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A70DC57-8553-D0CC-5787-FF7DC0BCC5E3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C2D400B2-8FE2-89E1-3B68-4FCD4DD6A5A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F12C4308-8964-9854-7E86-D5F4A58F4809}"/>
                </a:ext>
              </a:extLst>
            </p:cNvPr>
            <p:cNvGrpSpPr/>
            <p:nvPr/>
          </p:nvGrpSpPr>
          <p:grpSpPr>
            <a:xfrm>
              <a:off x="279152" y="630203"/>
              <a:ext cx="456256" cy="456256"/>
              <a:chOff x="0" y="0"/>
              <a:chExt cx="812800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F725BB4-C948-3ABC-156C-7D1514818E4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6D971B7-9084-BE37-5DAD-4803E9A0E42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E16E5433-FC11-860F-DE59-1AE78DA3F6E4}"/>
                </a:ext>
              </a:extLst>
            </p:cNvPr>
            <p:cNvGrpSpPr/>
            <p:nvPr/>
          </p:nvGrpSpPr>
          <p:grpSpPr>
            <a:xfrm rot="553339">
              <a:off x="7583" y="761446"/>
              <a:ext cx="543138" cy="138439"/>
              <a:chOff x="0" y="0"/>
              <a:chExt cx="147751" cy="3766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F7148A09-0D1A-8CFF-8063-D5C7C1E94F4C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43BE7DD5-59DA-2BC7-E442-CF0F4900AC1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8D3A9490-4E2B-BFCA-297E-9A1617148A9B}"/>
                </a:ext>
              </a:extLst>
            </p:cNvPr>
            <p:cNvGrpSpPr/>
            <p:nvPr/>
          </p:nvGrpSpPr>
          <p:grpSpPr>
            <a:xfrm>
              <a:off x="279152" y="3296723"/>
              <a:ext cx="456256" cy="456256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6CD8EEBE-1300-5711-90C4-4579386A6A6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8E575B8F-3CFA-B166-BED3-747BEA147FF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E134569E-EAB6-039C-451A-36272EBC34A1}"/>
                </a:ext>
              </a:extLst>
            </p:cNvPr>
            <p:cNvGrpSpPr/>
            <p:nvPr/>
          </p:nvGrpSpPr>
          <p:grpSpPr>
            <a:xfrm rot="553339">
              <a:off x="7583" y="3427966"/>
              <a:ext cx="543138" cy="138439"/>
              <a:chOff x="0" y="0"/>
              <a:chExt cx="147751" cy="3766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593ED660-9834-830C-EDD7-FC6A8654FEAE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C3A31F82-00CC-7E8A-5A5A-BC9D361173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74BEFBD1-A002-B514-816B-E9F92A735D90}"/>
                </a:ext>
              </a:extLst>
            </p:cNvPr>
            <p:cNvGrpSpPr/>
            <p:nvPr/>
          </p:nvGrpSpPr>
          <p:grpSpPr>
            <a:xfrm>
              <a:off x="279152" y="8629761"/>
              <a:ext cx="456256" cy="456256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EFBAC925-4538-D6B8-D5CA-BE92F291CAA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EB99B231-3CC4-E521-1C64-29488A9A430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3EE7984D-5E5C-6CC0-874F-6514F43FA6C6}"/>
                </a:ext>
              </a:extLst>
            </p:cNvPr>
            <p:cNvGrpSpPr/>
            <p:nvPr/>
          </p:nvGrpSpPr>
          <p:grpSpPr>
            <a:xfrm rot="553339">
              <a:off x="7583" y="8761004"/>
              <a:ext cx="543138" cy="138439"/>
              <a:chOff x="0" y="0"/>
              <a:chExt cx="147751" cy="3766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C9C5E749-E9FC-3A93-3768-5BAC78E76384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0CCC0317-865A-CAFE-FABE-69D29F63E90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12A4BF7D-A4B5-9229-E702-8C5E2371C9CE}"/>
                </a:ext>
              </a:extLst>
            </p:cNvPr>
            <p:cNvGrpSpPr/>
            <p:nvPr/>
          </p:nvGrpSpPr>
          <p:grpSpPr>
            <a:xfrm>
              <a:off x="279152" y="4629982"/>
              <a:ext cx="456256" cy="456256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7F4BDFFF-B178-1AF6-10E9-3FD10AD8510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0BE5C3BD-4CA3-FD2B-00A8-BC79E02EEFA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92C4B50-AF0C-5B8D-B4A4-365E8DE7B83B}"/>
                </a:ext>
              </a:extLst>
            </p:cNvPr>
            <p:cNvGrpSpPr/>
            <p:nvPr/>
          </p:nvGrpSpPr>
          <p:grpSpPr>
            <a:xfrm rot="553339">
              <a:off x="7583" y="4761225"/>
              <a:ext cx="543138" cy="138439"/>
              <a:chOff x="0" y="0"/>
              <a:chExt cx="147751" cy="3766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A7EE2F2F-B614-1539-8D46-9967C250FF01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45E5F9FE-E0CC-2C58-0F0D-24951BEAFE1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61B1FB18-E583-4CC9-B203-C633A80CDF35}"/>
                </a:ext>
              </a:extLst>
            </p:cNvPr>
            <p:cNvGrpSpPr/>
            <p:nvPr/>
          </p:nvGrpSpPr>
          <p:grpSpPr>
            <a:xfrm>
              <a:off x="279152" y="9963021"/>
              <a:ext cx="456256" cy="456256"/>
              <a:chOff x="0" y="0"/>
              <a:chExt cx="812800" cy="812800"/>
            </a:xfrm>
          </p:grpSpPr>
          <p:sp>
            <p:nvSpPr>
              <p:cNvPr id="32" name="Freeform 32">
                <a:extLst>
                  <a:ext uri="{FF2B5EF4-FFF2-40B4-BE49-F238E27FC236}">
                    <a16:creationId xmlns:a16="http://schemas.microsoft.com/office/drawing/2014/main" id="{7886A5B1-A792-BC38-B4BF-00714F23977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3" name="TextBox 33">
                <a:extLst>
                  <a:ext uri="{FF2B5EF4-FFF2-40B4-BE49-F238E27FC236}">
                    <a16:creationId xmlns:a16="http://schemas.microsoft.com/office/drawing/2014/main" id="{14A03551-99E9-4B45-ACEA-781A2371914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0FC5E21D-5702-CF89-30B7-6CBADC629192}"/>
                </a:ext>
              </a:extLst>
            </p:cNvPr>
            <p:cNvGrpSpPr/>
            <p:nvPr/>
          </p:nvGrpSpPr>
          <p:grpSpPr>
            <a:xfrm rot="553339">
              <a:off x="7583" y="10094264"/>
              <a:ext cx="543138" cy="138439"/>
              <a:chOff x="0" y="0"/>
              <a:chExt cx="147751" cy="37660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8CD70D62-322E-1B5C-B60F-E097E74ABC1E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E5584EEE-C3ED-BCC4-E3E3-0D91C4EF374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8DF92C6C-0D9F-7E59-E6A2-5ACAF1D1FCD8}"/>
                </a:ext>
              </a:extLst>
            </p:cNvPr>
            <p:cNvGrpSpPr/>
            <p:nvPr/>
          </p:nvGrpSpPr>
          <p:grpSpPr>
            <a:xfrm>
              <a:off x="279152" y="1963463"/>
              <a:ext cx="456256" cy="456256"/>
              <a:chOff x="0" y="0"/>
              <a:chExt cx="812800" cy="812800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7C718DE9-2634-0B66-B4EC-493219CD0AD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3AF08B9B-4A2A-B59E-8609-E09D295BB0C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3C30D0E2-E726-5654-FE86-9A3170819E45}"/>
                </a:ext>
              </a:extLst>
            </p:cNvPr>
            <p:cNvGrpSpPr/>
            <p:nvPr/>
          </p:nvGrpSpPr>
          <p:grpSpPr>
            <a:xfrm rot="553339">
              <a:off x="7583" y="2094706"/>
              <a:ext cx="543138" cy="138439"/>
              <a:chOff x="0" y="0"/>
              <a:chExt cx="147751" cy="37660"/>
            </a:xfrm>
          </p:grpSpPr>
          <p:sp>
            <p:nvSpPr>
              <p:cNvPr id="41" name="Freeform 41">
                <a:extLst>
                  <a:ext uri="{FF2B5EF4-FFF2-40B4-BE49-F238E27FC236}">
                    <a16:creationId xmlns:a16="http://schemas.microsoft.com/office/drawing/2014/main" id="{97D652A7-C837-F8DA-201C-8CF0B3162426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D6C5E22E-29EC-7DC8-FF61-698CFCD6E65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72C8ABA9-6143-F560-3996-62B4754970B7}"/>
                </a:ext>
              </a:extLst>
            </p:cNvPr>
            <p:cNvGrpSpPr/>
            <p:nvPr/>
          </p:nvGrpSpPr>
          <p:grpSpPr>
            <a:xfrm>
              <a:off x="279152" y="5963242"/>
              <a:ext cx="456256" cy="456256"/>
              <a:chOff x="0" y="0"/>
              <a:chExt cx="812800" cy="812800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5BFBEE45-1811-20FA-CB0D-D668BC64957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5" name="TextBox 45">
                <a:extLst>
                  <a:ext uri="{FF2B5EF4-FFF2-40B4-BE49-F238E27FC236}">
                    <a16:creationId xmlns:a16="http://schemas.microsoft.com/office/drawing/2014/main" id="{AB65080B-F596-51BD-0FCB-3F632EFB66C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AEFA2D70-6057-567B-D282-41EC5870D161}"/>
                </a:ext>
              </a:extLst>
            </p:cNvPr>
            <p:cNvGrpSpPr/>
            <p:nvPr/>
          </p:nvGrpSpPr>
          <p:grpSpPr>
            <a:xfrm rot="553339">
              <a:off x="7583" y="6094485"/>
              <a:ext cx="543138" cy="138439"/>
              <a:chOff x="0" y="0"/>
              <a:chExt cx="147751" cy="37660"/>
            </a:xfrm>
          </p:grpSpPr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9F965631-4891-6A3E-2C01-5DC2EABAD5EE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8" name="TextBox 48">
                <a:extLst>
                  <a:ext uri="{FF2B5EF4-FFF2-40B4-BE49-F238E27FC236}">
                    <a16:creationId xmlns:a16="http://schemas.microsoft.com/office/drawing/2014/main" id="{E3C615DF-4B82-4AD9-8AA8-6B24A466CF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A3E695EF-347D-6245-B4D0-191A6A9F676F}"/>
                </a:ext>
              </a:extLst>
            </p:cNvPr>
            <p:cNvGrpSpPr/>
            <p:nvPr/>
          </p:nvGrpSpPr>
          <p:grpSpPr>
            <a:xfrm>
              <a:off x="279152" y="11296281"/>
              <a:ext cx="456256" cy="456256"/>
              <a:chOff x="0" y="0"/>
              <a:chExt cx="812800" cy="812800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A8488141-F742-4EA8-5B7E-AF3D647A0F6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id="{4D1D5967-9F1B-4B87-A9FA-1487E34F4D5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E6310CAF-C526-64A3-1AD5-905685FCD7C8}"/>
                </a:ext>
              </a:extLst>
            </p:cNvPr>
            <p:cNvGrpSpPr/>
            <p:nvPr/>
          </p:nvGrpSpPr>
          <p:grpSpPr>
            <a:xfrm rot="553339">
              <a:off x="7583" y="11427524"/>
              <a:ext cx="543138" cy="138439"/>
              <a:chOff x="0" y="0"/>
              <a:chExt cx="147751" cy="37660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21229EA3-DBF4-790F-3E87-74DDD71016DF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id="{9FD5E3B3-6AD9-2A46-FF58-AF42F6F1304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id="{3C88EAB9-9BBD-AE7A-BAAD-168131359EB1}"/>
                </a:ext>
              </a:extLst>
            </p:cNvPr>
            <p:cNvGrpSpPr/>
            <p:nvPr/>
          </p:nvGrpSpPr>
          <p:grpSpPr>
            <a:xfrm>
              <a:off x="279152" y="7296502"/>
              <a:ext cx="456256" cy="456256"/>
              <a:chOff x="0" y="0"/>
              <a:chExt cx="812800" cy="812800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59515882-8245-E581-2B27-16AFB7233E1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id="{2CBDFA1C-52EF-246B-DB80-12DD197F225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8" name="Group 58">
              <a:extLst>
                <a:ext uri="{FF2B5EF4-FFF2-40B4-BE49-F238E27FC236}">
                  <a16:creationId xmlns:a16="http://schemas.microsoft.com/office/drawing/2014/main" id="{EB4E8739-5DF0-8D13-70E5-3BE70C7F9677}"/>
                </a:ext>
              </a:extLst>
            </p:cNvPr>
            <p:cNvGrpSpPr/>
            <p:nvPr/>
          </p:nvGrpSpPr>
          <p:grpSpPr>
            <a:xfrm rot="553339">
              <a:off x="7583" y="7427745"/>
              <a:ext cx="543138" cy="138439"/>
              <a:chOff x="0" y="0"/>
              <a:chExt cx="147751" cy="37660"/>
            </a:xfrm>
          </p:grpSpPr>
          <p:sp>
            <p:nvSpPr>
              <p:cNvPr id="59" name="Freeform 59">
                <a:extLst>
                  <a:ext uri="{FF2B5EF4-FFF2-40B4-BE49-F238E27FC236}">
                    <a16:creationId xmlns:a16="http://schemas.microsoft.com/office/drawing/2014/main" id="{B5DCCD08-C414-3EAA-8C3D-1EA2956FFD97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0" name="TextBox 60">
                <a:extLst>
                  <a:ext uri="{FF2B5EF4-FFF2-40B4-BE49-F238E27FC236}">
                    <a16:creationId xmlns:a16="http://schemas.microsoft.com/office/drawing/2014/main" id="{6B4DB676-E117-14B9-5778-29D252B6523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1" name="Group 61">
              <a:extLst>
                <a:ext uri="{FF2B5EF4-FFF2-40B4-BE49-F238E27FC236}">
                  <a16:creationId xmlns:a16="http://schemas.microsoft.com/office/drawing/2014/main" id="{F41799A0-1D2F-54FD-E560-316E65096AB2}"/>
                </a:ext>
              </a:extLst>
            </p:cNvPr>
            <p:cNvGrpSpPr/>
            <p:nvPr/>
          </p:nvGrpSpPr>
          <p:grpSpPr>
            <a:xfrm>
              <a:off x="279152" y="12629540"/>
              <a:ext cx="456256" cy="456256"/>
              <a:chOff x="0" y="0"/>
              <a:chExt cx="812800" cy="812800"/>
            </a:xfrm>
          </p:grpSpPr>
          <p:sp>
            <p:nvSpPr>
              <p:cNvPr id="62" name="Freeform 62">
                <a:extLst>
                  <a:ext uri="{FF2B5EF4-FFF2-40B4-BE49-F238E27FC236}">
                    <a16:creationId xmlns:a16="http://schemas.microsoft.com/office/drawing/2014/main" id="{DA995701-524D-DD73-E5D7-1A2C0F82209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3" name="TextBox 63">
                <a:extLst>
                  <a:ext uri="{FF2B5EF4-FFF2-40B4-BE49-F238E27FC236}">
                    <a16:creationId xmlns:a16="http://schemas.microsoft.com/office/drawing/2014/main" id="{ABB3A270-73A0-0C30-4E46-C08CA33B6D84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4" name="Group 64">
              <a:extLst>
                <a:ext uri="{FF2B5EF4-FFF2-40B4-BE49-F238E27FC236}">
                  <a16:creationId xmlns:a16="http://schemas.microsoft.com/office/drawing/2014/main" id="{FACC6594-2DAF-EFCA-FB17-33D61047BA9A}"/>
                </a:ext>
              </a:extLst>
            </p:cNvPr>
            <p:cNvGrpSpPr/>
            <p:nvPr/>
          </p:nvGrpSpPr>
          <p:grpSpPr>
            <a:xfrm rot="553339">
              <a:off x="7583" y="12760783"/>
              <a:ext cx="543138" cy="138439"/>
              <a:chOff x="0" y="0"/>
              <a:chExt cx="147751" cy="37660"/>
            </a:xfrm>
          </p:grpSpPr>
          <p:sp>
            <p:nvSpPr>
              <p:cNvPr id="65" name="Freeform 65">
                <a:extLst>
                  <a:ext uri="{FF2B5EF4-FFF2-40B4-BE49-F238E27FC236}">
                    <a16:creationId xmlns:a16="http://schemas.microsoft.com/office/drawing/2014/main" id="{C5B33688-0C03-90B4-55DC-502A1CDDA317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6" name="TextBox 66">
                <a:extLst>
                  <a:ext uri="{FF2B5EF4-FFF2-40B4-BE49-F238E27FC236}">
                    <a16:creationId xmlns:a16="http://schemas.microsoft.com/office/drawing/2014/main" id="{839D0BFC-8A20-FE0B-8F51-DF59F599729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7" name="Group 67">
              <a:extLst>
                <a:ext uri="{FF2B5EF4-FFF2-40B4-BE49-F238E27FC236}">
                  <a16:creationId xmlns:a16="http://schemas.microsoft.com/office/drawing/2014/main" id="{FD85186E-9C48-6B8C-3F65-6B6881F37250}"/>
                </a:ext>
              </a:extLst>
            </p:cNvPr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68" name="Freeform 68">
                <a:extLst>
                  <a:ext uri="{FF2B5EF4-FFF2-40B4-BE49-F238E27FC236}">
                    <a16:creationId xmlns:a16="http://schemas.microsoft.com/office/drawing/2014/main" id="{BED325F8-604C-129D-CE63-DC427A01DFF5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9" name="TextBox 69">
                <a:extLst>
                  <a:ext uri="{FF2B5EF4-FFF2-40B4-BE49-F238E27FC236}">
                    <a16:creationId xmlns:a16="http://schemas.microsoft.com/office/drawing/2014/main" id="{7EB8929A-9660-7627-8ECC-97E89CA06B5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0" name="Group 70">
              <a:extLst>
                <a:ext uri="{FF2B5EF4-FFF2-40B4-BE49-F238E27FC236}">
                  <a16:creationId xmlns:a16="http://schemas.microsoft.com/office/drawing/2014/main" id="{7322424B-25D9-DC66-08BD-C10A84427305}"/>
                </a:ext>
              </a:extLst>
            </p:cNvPr>
            <p:cNvGrpSpPr/>
            <p:nvPr/>
          </p:nvGrpSpPr>
          <p:grpSpPr>
            <a:xfrm>
              <a:off x="24148870" y="0"/>
              <a:ext cx="357480" cy="13716000"/>
              <a:chOff x="0" y="0"/>
              <a:chExt cx="70613" cy="2709333"/>
            </a:xfrm>
          </p:grpSpPr>
          <p:sp>
            <p:nvSpPr>
              <p:cNvPr id="71" name="Freeform 71">
                <a:extLst>
                  <a:ext uri="{FF2B5EF4-FFF2-40B4-BE49-F238E27FC236}">
                    <a16:creationId xmlns:a16="http://schemas.microsoft.com/office/drawing/2014/main" id="{B4A9A34E-DB31-FBA8-C57E-64BABDA9296B}"/>
                  </a:ext>
                </a:extLst>
              </p:cNvPr>
              <p:cNvSpPr/>
              <p:nvPr/>
            </p:nvSpPr>
            <p:spPr>
              <a:xfrm>
                <a:off x="0" y="0"/>
                <a:ext cx="7061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70613" h="2709333">
                    <a:moveTo>
                      <a:pt x="0" y="0"/>
                    </a:moveTo>
                    <a:lnTo>
                      <a:pt x="70613" y="0"/>
                    </a:lnTo>
                    <a:lnTo>
                      <a:pt x="706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72" name="TextBox 72">
                <a:extLst>
                  <a:ext uri="{FF2B5EF4-FFF2-40B4-BE49-F238E27FC236}">
                    <a16:creationId xmlns:a16="http://schemas.microsoft.com/office/drawing/2014/main" id="{EDE2D023-3AE4-05AA-04AA-6F522256DDE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0613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3" name="Group 73">
              <a:extLst>
                <a:ext uri="{FF2B5EF4-FFF2-40B4-BE49-F238E27FC236}">
                  <a16:creationId xmlns:a16="http://schemas.microsoft.com/office/drawing/2014/main" id="{436DCF10-0326-4555-6765-04D08EB398CA}"/>
                </a:ext>
              </a:extLst>
            </p:cNvPr>
            <p:cNvGrpSpPr/>
            <p:nvPr/>
          </p:nvGrpSpPr>
          <p:grpSpPr>
            <a:xfrm>
              <a:off x="21623711" y="858331"/>
              <a:ext cx="337709" cy="578975"/>
              <a:chOff x="0" y="0"/>
              <a:chExt cx="796036" cy="1364742"/>
            </a:xfrm>
          </p:grpSpPr>
          <p:sp>
            <p:nvSpPr>
              <p:cNvPr id="74" name="Freeform 74">
                <a:extLst>
                  <a:ext uri="{FF2B5EF4-FFF2-40B4-BE49-F238E27FC236}">
                    <a16:creationId xmlns:a16="http://schemas.microsoft.com/office/drawing/2014/main" id="{DF9C2422-6429-7108-E98B-97D1FF1A3615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id="{52362397-7257-ECE6-7E43-2649D23F5C58}"/>
                </a:ext>
              </a:extLst>
            </p:cNvPr>
            <p:cNvGrpSpPr/>
            <p:nvPr/>
          </p:nvGrpSpPr>
          <p:grpSpPr>
            <a:xfrm>
              <a:off x="22233628" y="858331"/>
              <a:ext cx="337709" cy="578975"/>
              <a:chOff x="0" y="0"/>
              <a:chExt cx="796036" cy="1364742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id="{EC47C4D1-2AF5-32C5-21C7-509915596FB1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7" name="Group 77">
              <a:extLst>
                <a:ext uri="{FF2B5EF4-FFF2-40B4-BE49-F238E27FC236}">
                  <a16:creationId xmlns:a16="http://schemas.microsoft.com/office/drawing/2014/main" id="{6DB43923-E581-B4FA-ACC9-3FDB3FC3D728}"/>
                </a:ext>
              </a:extLst>
            </p:cNvPr>
            <p:cNvGrpSpPr/>
            <p:nvPr/>
          </p:nvGrpSpPr>
          <p:grpSpPr>
            <a:xfrm>
              <a:off x="22843546" y="858331"/>
              <a:ext cx="337709" cy="578975"/>
              <a:chOff x="0" y="0"/>
              <a:chExt cx="796036" cy="1364742"/>
            </a:xfrm>
          </p:grpSpPr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7DB3DCB1-6404-DF9D-069A-B0E7D4923E80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DB22D860-EBE7-712C-5004-74123D50EE1F}"/>
              </a:ext>
            </a:extLst>
          </p:cNvPr>
          <p:cNvGrpSpPr/>
          <p:nvPr/>
        </p:nvGrpSpPr>
        <p:grpSpPr>
          <a:xfrm>
            <a:off x="990600" y="419616"/>
            <a:ext cx="8479954" cy="1349493"/>
            <a:chOff x="1560" y="661"/>
            <a:chExt cx="13354" cy="2125"/>
          </a:xfrm>
        </p:grpSpPr>
        <p:sp>
          <p:nvSpPr>
            <p:cNvPr id="119" name="TextBox 113">
              <a:extLst>
                <a:ext uri="{FF2B5EF4-FFF2-40B4-BE49-F238E27FC236}">
                  <a16:creationId xmlns:a16="http://schemas.microsoft.com/office/drawing/2014/main" id="{74916EA3-9A28-0DD2-6D9E-89E2DEC61694}"/>
                </a:ext>
              </a:extLst>
            </p:cNvPr>
            <p:cNvSpPr txBox="1"/>
            <p:nvPr/>
          </p:nvSpPr>
          <p:spPr>
            <a:xfrm>
              <a:off x="4064" y="661"/>
              <a:ext cx="10850" cy="1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920"/>
                </a:lnSpc>
              </a:pPr>
              <a:r>
                <a:rPr lang="zh-CN" altLang="en-US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测试桩：</a:t>
              </a:r>
              <a:r>
                <a:rPr lang="en-US" altLang="zh-CN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API</a:t>
              </a:r>
              <a:endParaRPr lang="zh-CN" altLang="en-US" sz="6000" dirty="0">
                <a:solidFill>
                  <a:srgbClr val="004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pic>
          <p:nvPicPr>
            <p:cNvPr id="118" name="图片 136" descr="仅校徽">
              <a:extLst>
                <a:ext uri="{FF2B5EF4-FFF2-40B4-BE49-F238E27FC236}">
                  <a16:creationId xmlns:a16="http://schemas.microsoft.com/office/drawing/2014/main" id="{F2906F2C-7D4A-2D80-5E65-B6C17BF23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60" y="686"/>
              <a:ext cx="2100" cy="2100"/>
            </a:xfrm>
            <a:prstGeom prst="rect">
              <a:avLst/>
            </a:prstGeom>
          </p:spPr>
        </p:pic>
      </p:grpSp>
      <p:pic>
        <p:nvPicPr>
          <p:cNvPr id="80" name="图片 79">
            <a:extLst>
              <a:ext uri="{FF2B5EF4-FFF2-40B4-BE49-F238E27FC236}">
                <a16:creationId xmlns:a16="http://schemas.microsoft.com/office/drawing/2014/main" id="{4807471C-04DA-7B21-B573-1193465B8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622" y="1658250"/>
            <a:ext cx="8864385" cy="8231850"/>
          </a:xfrm>
          <a:prstGeom prst="rect">
            <a:avLst/>
          </a:prstGeom>
        </p:spPr>
      </p:pic>
      <p:sp>
        <p:nvSpPr>
          <p:cNvPr id="81" name="文本框 80">
            <a:extLst>
              <a:ext uri="{FF2B5EF4-FFF2-40B4-BE49-F238E27FC236}">
                <a16:creationId xmlns:a16="http://schemas.microsoft.com/office/drawing/2014/main" id="{6B634F6B-69EF-DB95-577D-FFAADE6E36FC}"/>
              </a:ext>
            </a:extLst>
          </p:cNvPr>
          <p:cNvSpPr txBox="1"/>
          <p:nvPr/>
        </p:nvSpPr>
        <p:spPr>
          <a:xfrm>
            <a:off x="11270836" y="1782708"/>
            <a:ext cx="580354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API</a:t>
            </a:r>
            <a:r>
              <a:rPr lang="zh-CN" altLang="en-US" sz="4400" dirty="0"/>
              <a:t>模块在主程序中替代测试，通过模拟返回的参数判断可正常处理</a:t>
            </a:r>
          </a:p>
        </p:txBody>
      </p:sp>
    </p:spTree>
    <p:extLst>
      <p:ext uri="{BB962C8B-B14F-4D97-AF65-F5344CB8AC3E}">
        <p14:creationId xmlns:p14="http://schemas.microsoft.com/office/powerpoint/2010/main" val="553720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6148F-FAD5-4878-03E1-1F2ABED6C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8FF781-0CF3-F99B-0059-1AB3E2CB1C6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A3B0B0B-AB19-5D4C-4DA0-0B7B45B21A68}"/>
              </a:ext>
            </a:extLst>
          </p:cNvPr>
          <p:cNvGrpSpPr/>
          <p:nvPr/>
        </p:nvGrpSpPr>
        <p:grpSpPr>
          <a:xfrm>
            <a:off x="0" y="0"/>
            <a:ext cx="18379763" cy="10287000"/>
            <a:chOff x="0" y="0"/>
            <a:chExt cx="24506350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7F9AA11-D5A9-D361-BC9C-92619B7545F6}"/>
                </a:ext>
              </a:extLst>
            </p:cNvPr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23047C3-8B9A-E6AE-409D-061A59F0ADDA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0842DC0-53CF-BB12-457A-62F12107A4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02918A4-6804-A603-BFAC-EAC57D23075F}"/>
                </a:ext>
              </a:extLst>
            </p:cNvPr>
            <p:cNvGrpSpPr/>
            <p:nvPr/>
          </p:nvGrpSpPr>
          <p:grpSpPr>
            <a:xfrm>
              <a:off x="279152" y="630203"/>
              <a:ext cx="456256" cy="456256"/>
              <a:chOff x="0" y="0"/>
              <a:chExt cx="812800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8DA9F89-C65A-8CA9-810D-D6ECF806EF3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F6231B7-DBEB-57FB-31D1-79F7789E5E7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8785366C-6606-86E2-EF2E-772AB528F998}"/>
                </a:ext>
              </a:extLst>
            </p:cNvPr>
            <p:cNvGrpSpPr/>
            <p:nvPr/>
          </p:nvGrpSpPr>
          <p:grpSpPr>
            <a:xfrm rot="553339">
              <a:off x="7583" y="761446"/>
              <a:ext cx="543138" cy="138439"/>
              <a:chOff x="0" y="0"/>
              <a:chExt cx="147751" cy="3766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B0DE2B6E-0E50-8386-2EDE-E074357E9173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898D7111-40FC-66A5-0351-C6AB6911977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50141307-D7AE-9A03-CB09-60207E879E70}"/>
                </a:ext>
              </a:extLst>
            </p:cNvPr>
            <p:cNvGrpSpPr/>
            <p:nvPr/>
          </p:nvGrpSpPr>
          <p:grpSpPr>
            <a:xfrm>
              <a:off x="279152" y="3296723"/>
              <a:ext cx="456256" cy="456256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53AB63DF-51DF-B1F7-1301-78F5D9598C7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3C7B1D8A-4E4E-5728-1944-DB09EE3C04C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CFD64A3B-EF4F-9F2E-AF4F-29C180C8320A}"/>
                </a:ext>
              </a:extLst>
            </p:cNvPr>
            <p:cNvGrpSpPr/>
            <p:nvPr/>
          </p:nvGrpSpPr>
          <p:grpSpPr>
            <a:xfrm rot="553339">
              <a:off x="7583" y="3427966"/>
              <a:ext cx="543138" cy="138439"/>
              <a:chOff x="0" y="0"/>
              <a:chExt cx="147751" cy="3766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D3A0BF3D-6AB5-4EAD-34C5-560985ABFDD7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1D086EFB-E5F8-F82F-698F-76D5BA4D58F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0C1CAE8D-ED82-C13D-9647-5C2229F147C3}"/>
                </a:ext>
              </a:extLst>
            </p:cNvPr>
            <p:cNvGrpSpPr/>
            <p:nvPr/>
          </p:nvGrpSpPr>
          <p:grpSpPr>
            <a:xfrm>
              <a:off x="279152" y="8629761"/>
              <a:ext cx="456256" cy="456256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36E155A0-14D2-1F6E-950B-A973D39A0F7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163176F3-31DD-3971-0A76-4C0E771586F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A2F0AAD9-3263-9315-AC61-87A78CD45190}"/>
                </a:ext>
              </a:extLst>
            </p:cNvPr>
            <p:cNvGrpSpPr/>
            <p:nvPr/>
          </p:nvGrpSpPr>
          <p:grpSpPr>
            <a:xfrm rot="553339">
              <a:off x="7583" y="8761004"/>
              <a:ext cx="543138" cy="138439"/>
              <a:chOff x="0" y="0"/>
              <a:chExt cx="147751" cy="3766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F3744CCE-AB68-246F-9660-684F8B88C124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635BB8C4-F6BB-AE61-C152-EFE0558798D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91A77891-241E-6416-E916-9F85CEA00EA8}"/>
                </a:ext>
              </a:extLst>
            </p:cNvPr>
            <p:cNvGrpSpPr/>
            <p:nvPr/>
          </p:nvGrpSpPr>
          <p:grpSpPr>
            <a:xfrm>
              <a:off x="279152" y="4629982"/>
              <a:ext cx="456256" cy="456256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2C06E0C0-0DC3-0472-CC7D-C60F6613087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D0D0115A-5D07-0583-C6BE-48E7F358B78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B6E641A8-EB27-AB67-6695-B8D8659BE159}"/>
                </a:ext>
              </a:extLst>
            </p:cNvPr>
            <p:cNvGrpSpPr/>
            <p:nvPr/>
          </p:nvGrpSpPr>
          <p:grpSpPr>
            <a:xfrm rot="553339">
              <a:off x="7583" y="4761225"/>
              <a:ext cx="543138" cy="138439"/>
              <a:chOff x="0" y="0"/>
              <a:chExt cx="147751" cy="3766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AA28C3C-7259-FDAC-E018-31F2E73C016F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4FB51866-0D13-5E34-9D4C-BB41399447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6DF20B2E-1601-2F34-5B5A-1D07BC87D926}"/>
                </a:ext>
              </a:extLst>
            </p:cNvPr>
            <p:cNvGrpSpPr/>
            <p:nvPr/>
          </p:nvGrpSpPr>
          <p:grpSpPr>
            <a:xfrm>
              <a:off x="279152" y="9963021"/>
              <a:ext cx="456256" cy="456256"/>
              <a:chOff x="0" y="0"/>
              <a:chExt cx="812800" cy="812800"/>
            </a:xfrm>
          </p:grpSpPr>
          <p:sp>
            <p:nvSpPr>
              <p:cNvPr id="32" name="Freeform 32">
                <a:extLst>
                  <a:ext uri="{FF2B5EF4-FFF2-40B4-BE49-F238E27FC236}">
                    <a16:creationId xmlns:a16="http://schemas.microsoft.com/office/drawing/2014/main" id="{E1DD53CB-2D0C-1D0B-8E98-6AC1B991B9C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3" name="TextBox 33">
                <a:extLst>
                  <a:ext uri="{FF2B5EF4-FFF2-40B4-BE49-F238E27FC236}">
                    <a16:creationId xmlns:a16="http://schemas.microsoft.com/office/drawing/2014/main" id="{E924B0B0-D2D9-C1B6-4437-26F127C0069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0CB88CF0-9A07-47E7-12C2-1445D4881C39}"/>
                </a:ext>
              </a:extLst>
            </p:cNvPr>
            <p:cNvGrpSpPr/>
            <p:nvPr/>
          </p:nvGrpSpPr>
          <p:grpSpPr>
            <a:xfrm rot="553339">
              <a:off x="7583" y="10094264"/>
              <a:ext cx="543138" cy="138439"/>
              <a:chOff x="0" y="0"/>
              <a:chExt cx="147751" cy="37660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4D55E8BC-CEFD-9E76-24E9-495B6093B4FF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BF814125-D424-7E6C-45FF-5D3465F02C3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4AEF84E9-77BA-E7A9-24B1-EC5E283BBD1D}"/>
                </a:ext>
              </a:extLst>
            </p:cNvPr>
            <p:cNvGrpSpPr/>
            <p:nvPr/>
          </p:nvGrpSpPr>
          <p:grpSpPr>
            <a:xfrm>
              <a:off x="279152" y="1963463"/>
              <a:ext cx="456256" cy="456256"/>
              <a:chOff x="0" y="0"/>
              <a:chExt cx="812800" cy="812800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9EDAD21F-D51E-FADE-A28C-D3380AC0731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21276D0D-1678-7573-A15C-950C6511256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66DBE291-7291-6A11-9CEF-BA285E104FAA}"/>
                </a:ext>
              </a:extLst>
            </p:cNvPr>
            <p:cNvGrpSpPr/>
            <p:nvPr/>
          </p:nvGrpSpPr>
          <p:grpSpPr>
            <a:xfrm rot="553339">
              <a:off x="7583" y="2094706"/>
              <a:ext cx="543138" cy="138439"/>
              <a:chOff x="0" y="0"/>
              <a:chExt cx="147751" cy="37660"/>
            </a:xfrm>
          </p:grpSpPr>
          <p:sp>
            <p:nvSpPr>
              <p:cNvPr id="41" name="Freeform 41">
                <a:extLst>
                  <a:ext uri="{FF2B5EF4-FFF2-40B4-BE49-F238E27FC236}">
                    <a16:creationId xmlns:a16="http://schemas.microsoft.com/office/drawing/2014/main" id="{396BFC20-FAFC-A243-FAED-94926CB515B4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DF71099A-964F-DBEB-1427-E2C1334FF93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B58F6D2D-C57E-513B-9334-91D9CC337941}"/>
                </a:ext>
              </a:extLst>
            </p:cNvPr>
            <p:cNvGrpSpPr/>
            <p:nvPr/>
          </p:nvGrpSpPr>
          <p:grpSpPr>
            <a:xfrm>
              <a:off x="279152" y="5963242"/>
              <a:ext cx="456256" cy="456256"/>
              <a:chOff x="0" y="0"/>
              <a:chExt cx="812800" cy="812800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B303B34F-E8E4-08DE-939F-7509E5C7F1B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5" name="TextBox 45">
                <a:extLst>
                  <a:ext uri="{FF2B5EF4-FFF2-40B4-BE49-F238E27FC236}">
                    <a16:creationId xmlns:a16="http://schemas.microsoft.com/office/drawing/2014/main" id="{F279B369-C18B-184A-913D-4AD38A4F3F8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53B1371C-6FE3-01E5-2591-DCD2158B53AF}"/>
                </a:ext>
              </a:extLst>
            </p:cNvPr>
            <p:cNvGrpSpPr/>
            <p:nvPr/>
          </p:nvGrpSpPr>
          <p:grpSpPr>
            <a:xfrm rot="553339">
              <a:off x="7583" y="6094485"/>
              <a:ext cx="543138" cy="138439"/>
              <a:chOff x="0" y="0"/>
              <a:chExt cx="147751" cy="37660"/>
            </a:xfrm>
          </p:grpSpPr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6C479D93-77F3-97CF-1654-89A0373105DC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8" name="TextBox 48">
                <a:extLst>
                  <a:ext uri="{FF2B5EF4-FFF2-40B4-BE49-F238E27FC236}">
                    <a16:creationId xmlns:a16="http://schemas.microsoft.com/office/drawing/2014/main" id="{8A920538-2BCC-2B36-FF3E-674D68288F5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5C7CD9C2-AC7C-9878-EC97-EF762FCA3A22}"/>
                </a:ext>
              </a:extLst>
            </p:cNvPr>
            <p:cNvGrpSpPr/>
            <p:nvPr/>
          </p:nvGrpSpPr>
          <p:grpSpPr>
            <a:xfrm>
              <a:off x="279152" y="11296281"/>
              <a:ext cx="456256" cy="456256"/>
              <a:chOff x="0" y="0"/>
              <a:chExt cx="812800" cy="812800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41118D2E-0747-C9DF-1306-472BBE6772D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id="{83264268-B1E1-9950-3773-0F4B6D7FC31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588160C6-2447-6F1A-FE4F-B40D81FA8E3A}"/>
                </a:ext>
              </a:extLst>
            </p:cNvPr>
            <p:cNvGrpSpPr/>
            <p:nvPr/>
          </p:nvGrpSpPr>
          <p:grpSpPr>
            <a:xfrm rot="553339">
              <a:off x="7583" y="11427524"/>
              <a:ext cx="543138" cy="138439"/>
              <a:chOff x="0" y="0"/>
              <a:chExt cx="147751" cy="37660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C474037F-692E-8D44-006C-2C19126E7227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id="{3A605946-8013-A665-C415-935C6A6C7E8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id="{2CF58E72-BA76-B14A-2527-A329AC417C7E}"/>
                </a:ext>
              </a:extLst>
            </p:cNvPr>
            <p:cNvGrpSpPr/>
            <p:nvPr/>
          </p:nvGrpSpPr>
          <p:grpSpPr>
            <a:xfrm>
              <a:off x="279152" y="7296502"/>
              <a:ext cx="456256" cy="456256"/>
              <a:chOff x="0" y="0"/>
              <a:chExt cx="812800" cy="812800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E0018A01-8D39-5CA3-61CB-79DE6DC94C6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id="{8F618DF3-12C8-46F7-0A8E-636D6779987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8" name="Group 58">
              <a:extLst>
                <a:ext uri="{FF2B5EF4-FFF2-40B4-BE49-F238E27FC236}">
                  <a16:creationId xmlns:a16="http://schemas.microsoft.com/office/drawing/2014/main" id="{B6A51778-B8C1-5BED-00EC-D160F06F86EF}"/>
                </a:ext>
              </a:extLst>
            </p:cNvPr>
            <p:cNvGrpSpPr/>
            <p:nvPr/>
          </p:nvGrpSpPr>
          <p:grpSpPr>
            <a:xfrm rot="553339">
              <a:off x="7583" y="7427745"/>
              <a:ext cx="543138" cy="138439"/>
              <a:chOff x="0" y="0"/>
              <a:chExt cx="147751" cy="37660"/>
            </a:xfrm>
          </p:grpSpPr>
          <p:sp>
            <p:nvSpPr>
              <p:cNvPr id="59" name="Freeform 59">
                <a:extLst>
                  <a:ext uri="{FF2B5EF4-FFF2-40B4-BE49-F238E27FC236}">
                    <a16:creationId xmlns:a16="http://schemas.microsoft.com/office/drawing/2014/main" id="{C3106FE9-2033-FBC5-85C2-2EBB8DB24995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0" name="TextBox 60">
                <a:extLst>
                  <a:ext uri="{FF2B5EF4-FFF2-40B4-BE49-F238E27FC236}">
                    <a16:creationId xmlns:a16="http://schemas.microsoft.com/office/drawing/2014/main" id="{F1FB3959-05F7-5DE8-4402-0F3F018AF0D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1" name="Group 61">
              <a:extLst>
                <a:ext uri="{FF2B5EF4-FFF2-40B4-BE49-F238E27FC236}">
                  <a16:creationId xmlns:a16="http://schemas.microsoft.com/office/drawing/2014/main" id="{3248FC41-04E8-69B2-B229-96E2A0D63B36}"/>
                </a:ext>
              </a:extLst>
            </p:cNvPr>
            <p:cNvGrpSpPr/>
            <p:nvPr/>
          </p:nvGrpSpPr>
          <p:grpSpPr>
            <a:xfrm>
              <a:off x="279152" y="12629540"/>
              <a:ext cx="456256" cy="456256"/>
              <a:chOff x="0" y="0"/>
              <a:chExt cx="812800" cy="812800"/>
            </a:xfrm>
          </p:grpSpPr>
          <p:sp>
            <p:nvSpPr>
              <p:cNvPr id="62" name="Freeform 62">
                <a:extLst>
                  <a:ext uri="{FF2B5EF4-FFF2-40B4-BE49-F238E27FC236}">
                    <a16:creationId xmlns:a16="http://schemas.microsoft.com/office/drawing/2014/main" id="{D70736A3-1A80-1E9F-2EB3-B81344663F0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3" name="TextBox 63">
                <a:extLst>
                  <a:ext uri="{FF2B5EF4-FFF2-40B4-BE49-F238E27FC236}">
                    <a16:creationId xmlns:a16="http://schemas.microsoft.com/office/drawing/2014/main" id="{B1DF7C6D-C4ED-6C53-3EA5-B2CEC609B2C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4" name="Group 64">
              <a:extLst>
                <a:ext uri="{FF2B5EF4-FFF2-40B4-BE49-F238E27FC236}">
                  <a16:creationId xmlns:a16="http://schemas.microsoft.com/office/drawing/2014/main" id="{3B8E7E0A-9C29-2024-AD92-513F4DA97593}"/>
                </a:ext>
              </a:extLst>
            </p:cNvPr>
            <p:cNvGrpSpPr/>
            <p:nvPr/>
          </p:nvGrpSpPr>
          <p:grpSpPr>
            <a:xfrm rot="553339">
              <a:off x="7583" y="12760783"/>
              <a:ext cx="543138" cy="138439"/>
              <a:chOff x="0" y="0"/>
              <a:chExt cx="147751" cy="37660"/>
            </a:xfrm>
          </p:grpSpPr>
          <p:sp>
            <p:nvSpPr>
              <p:cNvPr id="65" name="Freeform 65">
                <a:extLst>
                  <a:ext uri="{FF2B5EF4-FFF2-40B4-BE49-F238E27FC236}">
                    <a16:creationId xmlns:a16="http://schemas.microsoft.com/office/drawing/2014/main" id="{9002781D-3D50-F4BC-6DB6-612D653E0502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6" name="TextBox 66">
                <a:extLst>
                  <a:ext uri="{FF2B5EF4-FFF2-40B4-BE49-F238E27FC236}">
                    <a16:creationId xmlns:a16="http://schemas.microsoft.com/office/drawing/2014/main" id="{3C1C925A-DAF2-CC74-246E-76D1F6E8A39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7" name="Group 67">
              <a:extLst>
                <a:ext uri="{FF2B5EF4-FFF2-40B4-BE49-F238E27FC236}">
                  <a16:creationId xmlns:a16="http://schemas.microsoft.com/office/drawing/2014/main" id="{817676A0-82BD-D930-6E35-34264A899091}"/>
                </a:ext>
              </a:extLst>
            </p:cNvPr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68" name="Freeform 68">
                <a:extLst>
                  <a:ext uri="{FF2B5EF4-FFF2-40B4-BE49-F238E27FC236}">
                    <a16:creationId xmlns:a16="http://schemas.microsoft.com/office/drawing/2014/main" id="{1E55B809-98B7-2B0A-A119-7CE833F5A7F5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9" name="TextBox 69">
                <a:extLst>
                  <a:ext uri="{FF2B5EF4-FFF2-40B4-BE49-F238E27FC236}">
                    <a16:creationId xmlns:a16="http://schemas.microsoft.com/office/drawing/2014/main" id="{E9223890-DA53-1CF6-987F-4831ACBBA4B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0" name="Group 70">
              <a:extLst>
                <a:ext uri="{FF2B5EF4-FFF2-40B4-BE49-F238E27FC236}">
                  <a16:creationId xmlns:a16="http://schemas.microsoft.com/office/drawing/2014/main" id="{1F2DAEED-1263-E005-6D6F-9A10551DF801}"/>
                </a:ext>
              </a:extLst>
            </p:cNvPr>
            <p:cNvGrpSpPr/>
            <p:nvPr/>
          </p:nvGrpSpPr>
          <p:grpSpPr>
            <a:xfrm>
              <a:off x="24148870" y="0"/>
              <a:ext cx="357480" cy="13716000"/>
              <a:chOff x="0" y="0"/>
              <a:chExt cx="70613" cy="2709333"/>
            </a:xfrm>
          </p:grpSpPr>
          <p:sp>
            <p:nvSpPr>
              <p:cNvPr id="71" name="Freeform 71">
                <a:extLst>
                  <a:ext uri="{FF2B5EF4-FFF2-40B4-BE49-F238E27FC236}">
                    <a16:creationId xmlns:a16="http://schemas.microsoft.com/office/drawing/2014/main" id="{126D4DE4-7567-B122-8451-DF49E1DF9033}"/>
                  </a:ext>
                </a:extLst>
              </p:cNvPr>
              <p:cNvSpPr/>
              <p:nvPr/>
            </p:nvSpPr>
            <p:spPr>
              <a:xfrm>
                <a:off x="0" y="0"/>
                <a:ext cx="7061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70613" h="2709333">
                    <a:moveTo>
                      <a:pt x="0" y="0"/>
                    </a:moveTo>
                    <a:lnTo>
                      <a:pt x="70613" y="0"/>
                    </a:lnTo>
                    <a:lnTo>
                      <a:pt x="706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72" name="TextBox 72">
                <a:extLst>
                  <a:ext uri="{FF2B5EF4-FFF2-40B4-BE49-F238E27FC236}">
                    <a16:creationId xmlns:a16="http://schemas.microsoft.com/office/drawing/2014/main" id="{0EC46A4B-6775-E4BB-303D-734AC27AC3B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0613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3" name="Group 73">
              <a:extLst>
                <a:ext uri="{FF2B5EF4-FFF2-40B4-BE49-F238E27FC236}">
                  <a16:creationId xmlns:a16="http://schemas.microsoft.com/office/drawing/2014/main" id="{643895C1-4FC8-F70B-A1A4-0BB2FF373D14}"/>
                </a:ext>
              </a:extLst>
            </p:cNvPr>
            <p:cNvGrpSpPr/>
            <p:nvPr/>
          </p:nvGrpSpPr>
          <p:grpSpPr>
            <a:xfrm>
              <a:off x="21623711" y="858331"/>
              <a:ext cx="337709" cy="578975"/>
              <a:chOff x="0" y="0"/>
              <a:chExt cx="796036" cy="1364742"/>
            </a:xfrm>
          </p:grpSpPr>
          <p:sp>
            <p:nvSpPr>
              <p:cNvPr id="74" name="Freeform 74">
                <a:extLst>
                  <a:ext uri="{FF2B5EF4-FFF2-40B4-BE49-F238E27FC236}">
                    <a16:creationId xmlns:a16="http://schemas.microsoft.com/office/drawing/2014/main" id="{E40C7078-BC17-728F-E731-C1FDD00778F4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id="{D0AC99DC-AFF4-E6C6-69F9-9622B3EB9543}"/>
                </a:ext>
              </a:extLst>
            </p:cNvPr>
            <p:cNvGrpSpPr/>
            <p:nvPr/>
          </p:nvGrpSpPr>
          <p:grpSpPr>
            <a:xfrm>
              <a:off x="22233628" y="858331"/>
              <a:ext cx="337709" cy="578975"/>
              <a:chOff x="0" y="0"/>
              <a:chExt cx="796036" cy="1364742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id="{B373C2B5-9237-5E0C-821C-86420D7895C2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7" name="Group 77">
              <a:extLst>
                <a:ext uri="{FF2B5EF4-FFF2-40B4-BE49-F238E27FC236}">
                  <a16:creationId xmlns:a16="http://schemas.microsoft.com/office/drawing/2014/main" id="{D1C25A07-C969-B355-60D0-6AFB2C1A71A6}"/>
                </a:ext>
              </a:extLst>
            </p:cNvPr>
            <p:cNvGrpSpPr/>
            <p:nvPr/>
          </p:nvGrpSpPr>
          <p:grpSpPr>
            <a:xfrm>
              <a:off x="22843546" y="858331"/>
              <a:ext cx="337709" cy="578975"/>
              <a:chOff x="0" y="0"/>
              <a:chExt cx="796036" cy="1364742"/>
            </a:xfrm>
          </p:grpSpPr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6D9ADA06-0EF1-DC17-99FD-EDE1AC9E035B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ED0BCA37-5EA0-71CB-2B87-832117C467F5}"/>
              </a:ext>
            </a:extLst>
          </p:cNvPr>
          <p:cNvGrpSpPr/>
          <p:nvPr/>
        </p:nvGrpSpPr>
        <p:grpSpPr>
          <a:xfrm>
            <a:off x="990600" y="419616"/>
            <a:ext cx="10515600" cy="2404955"/>
            <a:chOff x="1560" y="661"/>
            <a:chExt cx="13354" cy="3787"/>
          </a:xfrm>
        </p:grpSpPr>
        <p:sp>
          <p:nvSpPr>
            <p:cNvPr id="119" name="TextBox 113">
              <a:extLst>
                <a:ext uri="{FF2B5EF4-FFF2-40B4-BE49-F238E27FC236}">
                  <a16:creationId xmlns:a16="http://schemas.microsoft.com/office/drawing/2014/main" id="{3AFFACD6-CE4A-3A02-3FE4-6C38A481F489}"/>
                </a:ext>
              </a:extLst>
            </p:cNvPr>
            <p:cNvSpPr txBox="1"/>
            <p:nvPr/>
          </p:nvSpPr>
          <p:spPr>
            <a:xfrm>
              <a:off x="4064" y="661"/>
              <a:ext cx="10850" cy="37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920"/>
                </a:lnSpc>
              </a:pPr>
              <a:r>
                <a:rPr lang="zh-CN" altLang="en-US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测试桩：</a:t>
              </a:r>
              <a:r>
                <a:rPr lang="en-US" altLang="zh-CN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LLM/Assistant</a:t>
              </a:r>
              <a:endParaRPr lang="zh-CN" altLang="en-US" sz="6000" dirty="0">
                <a:solidFill>
                  <a:srgbClr val="004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pic>
          <p:nvPicPr>
            <p:cNvPr id="118" name="图片 136" descr="仅校徽">
              <a:extLst>
                <a:ext uri="{FF2B5EF4-FFF2-40B4-BE49-F238E27FC236}">
                  <a16:creationId xmlns:a16="http://schemas.microsoft.com/office/drawing/2014/main" id="{35829E44-F9B9-EA4F-FD9C-76AE32EFB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60" y="686"/>
              <a:ext cx="2100" cy="2100"/>
            </a:xfrm>
            <a:prstGeom prst="rect">
              <a:avLst/>
            </a:prstGeom>
          </p:spPr>
        </p:pic>
      </p:grpSp>
      <p:pic>
        <p:nvPicPr>
          <p:cNvPr id="81" name="图片 80">
            <a:extLst>
              <a:ext uri="{FF2B5EF4-FFF2-40B4-BE49-F238E27FC236}">
                <a16:creationId xmlns:a16="http://schemas.microsoft.com/office/drawing/2014/main" id="{47E52B01-E1F9-03B5-C5B2-DB3CAD5EE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4126" y="1652863"/>
            <a:ext cx="8537413" cy="8193091"/>
          </a:xfrm>
          <a:prstGeom prst="rect">
            <a:avLst/>
          </a:prstGeom>
        </p:spPr>
      </p:pic>
      <p:sp>
        <p:nvSpPr>
          <p:cNvPr id="82" name="文本框 81">
            <a:extLst>
              <a:ext uri="{FF2B5EF4-FFF2-40B4-BE49-F238E27FC236}">
                <a16:creationId xmlns:a16="http://schemas.microsoft.com/office/drawing/2014/main" id="{47434F5E-68A9-AE29-A7D3-C0C9A93CEAC0}"/>
              </a:ext>
            </a:extLst>
          </p:cNvPr>
          <p:cNvSpPr txBox="1"/>
          <p:nvPr/>
        </p:nvSpPr>
        <p:spPr>
          <a:xfrm>
            <a:off x="11487818" y="4120771"/>
            <a:ext cx="580354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LLM</a:t>
            </a:r>
            <a:r>
              <a:rPr lang="zh-CN" altLang="en-US" sz="4400" dirty="0"/>
              <a:t>模块在主程序中替代测试，通过模拟返回的参数判断可正常处理</a:t>
            </a:r>
          </a:p>
        </p:txBody>
      </p:sp>
    </p:spTree>
    <p:extLst>
      <p:ext uri="{BB962C8B-B14F-4D97-AF65-F5344CB8AC3E}">
        <p14:creationId xmlns:p14="http://schemas.microsoft.com/office/powerpoint/2010/main" val="28370117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BFB6-D398-4263-CA3E-A401E8C79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0811F2-0B9D-70A0-4F56-5704B316E54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A576DE8-3A55-2F52-D25A-78FE32EDCFEA}"/>
              </a:ext>
            </a:extLst>
          </p:cNvPr>
          <p:cNvGrpSpPr/>
          <p:nvPr/>
        </p:nvGrpSpPr>
        <p:grpSpPr>
          <a:xfrm>
            <a:off x="0" y="0"/>
            <a:ext cx="18379763" cy="10287000"/>
            <a:chOff x="0" y="0"/>
            <a:chExt cx="24506350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04E134A8-08B3-C8BD-448D-3FB625C7567E}"/>
                </a:ext>
              </a:extLst>
            </p:cNvPr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5E888039-D71E-EAEA-DC00-36E153358C88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B3A9349-E2ED-5AE3-D76D-EC8ABCDC6C0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E88291E-77AD-26CA-088C-1A50631A96B7}"/>
                </a:ext>
              </a:extLst>
            </p:cNvPr>
            <p:cNvGrpSpPr/>
            <p:nvPr/>
          </p:nvGrpSpPr>
          <p:grpSpPr>
            <a:xfrm>
              <a:off x="279152" y="630203"/>
              <a:ext cx="456256" cy="456256"/>
              <a:chOff x="0" y="0"/>
              <a:chExt cx="812800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924A558-EA2E-8C5D-6B01-90E54F43EF8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3447E8C-A351-DF18-B177-56F6D96263C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28149EB1-AB5E-729D-BFAE-F7CFB3DF7B60}"/>
                </a:ext>
              </a:extLst>
            </p:cNvPr>
            <p:cNvGrpSpPr/>
            <p:nvPr/>
          </p:nvGrpSpPr>
          <p:grpSpPr>
            <a:xfrm rot="553339">
              <a:off x="7583" y="761446"/>
              <a:ext cx="543138" cy="138439"/>
              <a:chOff x="0" y="0"/>
              <a:chExt cx="147751" cy="3766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D0804AFB-B458-3AE3-F245-402554DA7E1B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3D115E2-FFB5-61C4-662B-90A8A6E47A7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6587E50F-CDB4-7B7C-D01A-AD10CD19E827}"/>
                </a:ext>
              </a:extLst>
            </p:cNvPr>
            <p:cNvGrpSpPr/>
            <p:nvPr/>
          </p:nvGrpSpPr>
          <p:grpSpPr>
            <a:xfrm>
              <a:off x="279152" y="3296723"/>
              <a:ext cx="456256" cy="456256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D63FF763-C60C-EC8C-AB82-536326665D8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D9680382-0170-23A5-4A47-93E7827FB7B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F7109E90-9ECD-3855-B75E-01C928BA8787}"/>
                </a:ext>
              </a:extLst>
            </p:cNvPr>
            <p:cNvGrpSpPr/>
            <p:nvPr/>
          </p:nvGrpSpPr>
          <p:grpSpPr>
            <a:xfrm rot="553339">
              <a:off x="7583" y="3427966"/>
              <a:ext cx="543138" cy="138439"/>
              <a:chOff x="0" y="0"/>
              <a:chExt cx="147751" cy="3766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AB0380F4-C00B-9D55-DE01-B531C34FE566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BFE16E17-3C2C-2377-EC26-1964ED0F50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21358A20-DDEA-4E6A-16B6-767DAE10F652}"/>
                </a:ext>
              </a:extLst>
            </p:cNvPr>
            <p:cNvGrpSpPr/>
            <p:nvPr/>
          </p:nvGrpSpPr>
          <p:grpSpPr>
            <a:xfrm>
              <a:off x="279152" y="8629761"/>
              <a:ext cx="456256" cy="456256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2C66014A-3D3E-858C-38C1-ADAC8F98E4F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3FBC522E-A73D-C1DA-F792-20ECAC77EE5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67936101-E106-D465-E01D-767C09C2C029}"/>
                </a:ext>
              </a:extLst>
            </p:cNvPr>
            <p:cNvGrpSpPr/>
            <p:nvPr/>
          </p:nvGrpSpPr>
          <p:grpSpPr>
            <a:xfrm rot="553339">
              <a:off x="7583" y="8761004"/>
              <a:ext cx="543138" cy="138439"/>
              <a:chOff x="0" y="0"/>
              <a:chExt cx="147751" cy="3766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0BB42AA8-9575-3928-BF39-31840F2AD07C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B5AAE4B4-F67C-0426-901A-03182C7C75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7374B5BF-BD01-71D6-BE90-9EA0CABFF12C}"/>
                </a:ext>
              </a:extLst>
            </p:cNvPr>
            <p:cNvGrpSpPr/>
            <p:nvPr/>
          </p:nvGrpSpPr>
          <p:grpSpPr>
            <a:xfrm>
              <a:off x="279152" y="4629982"/>
              <a:ext cx="456256" cy="456256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2D907513-93A5-1249-FA24-A49684A67E8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BB618E1D-90A4-3C30-1DAA-A14904D1B67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6F7E3214-3CB7-CDD7-48D4-57394D6860ED}"/>
                </a:ext>
              </a:extLst>
            </p:cNvPr>
            <p:cNvGrpSpPr/>
            <p:nvPr/>
          </p:nvGrpSpPr>
          <p:grpSpPr>
            <a:xfrm rot="553339">
              <a:off x="7583" y="4761225"/>
              <a:ext cx="543138" cy="138439"/>
              <a:chOff x="0" y="0"/>
              <a:chExt cx="147751" cy="3766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701CB313-0083-220E-F800-0FB321568F8A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D0FB7741-F433-243B-F574-BA5E81E2C95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61889ADC-1DC6-6AA0-EAF3-281C5B728D06}"/>
                </a:ext>
              </a:extLst>
            </p:cNvPr>
            <p:cNvGrpSpPr/>
            <p:nvPr/>
          </p:nvGrpSpPr>
          <p:grpSpPr>
            <a:xfrm>
              <a:off x="279152" y="9963021"/>
              <a:ext cx="456256" cy="456256"/>
              <a:chOff x="0" y="0"/>
              <a:chExt cx="812800" cy="812800"/>
            </a:xfrm>
          </p:grpSpPr>
          <p:sp>
            <p:nvSpPr>
              <p:cNvPr id="32" name="Freeform 32">
                <a:extLst>
                  <a:ext uri="{FF2B5EF4-FFF2-40B4-BE49-F238E27FC236}">
                    <a16:creationId xmlns:a16="http://schemas.microsoft.com/office/drawing/2014/main" id="{83A3DD06-FDF3-9362-F2E6-691B3068CD1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3" name="TextBox 33">
                <a:extLst>
                  <a:ext uri="{FF2B5EF4-FFF2-40B4-BE49-F238E27FC236}">
                    <a16:creationId xmlns:a16="http://schemas.microsoft.com/office/drawing/2014/main" id="{CC7B8E55-1243-0EFD-09E4-6E68CD67ACA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0A9D6D71-C3E6-A1CA-3F0D-974C3599300C}"/>
                </a:ext>
              </a:extLst>
            </p:cNvPr>
            <p:cNvGrpSpPr/>
            <p:nvPr/>
          </p:nvGrpSpPr>
          <p:grpSpPr>
            <a:xfrm rot="553339">
              <a:off x="7583" y="10094264"/>
              <a:ext cx="543138" cy="138439"/>
              <a:chOff x="0" y="0"/>
              <a:chExt cx="147751" cy="37660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9A055316-4980-6A86-3BBB-4F4674ACE703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880FB08D-83D6-B292-ACD0-B7826F7CA82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75C16037-72E1-D7DA-5C5F-6A506982FA4D}"/>
                </a:ext>
              </a:extLst>
            </p:cNvPr>
            <p:cNvGrpSpPr/>
            <p:nvPr/>
          </p:nvGrpSpPr>
          <p:grpSpPr>
            <a:xfrm>
              <a:off x="279152" y="1963463"/>
              <a:ext cx="456256" cy="456256"/>
              <a:chOff x="0" y="0"/>
              <a:chExt cx="812800" cy="812800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0763845-CDE2-4484-A4CF-0C21BDB600B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9100D3B7-F7AB-A002-29B2-31B4D7BDB94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EF1F6E44-0B4C-30F4-7702-EE36F3789F98}"/>
                </a:ext>
              </a:extLst>
            </p:cNvPr>
            <p:cNvGrpSpPr/>
            <p:nvPr/>
          </p:nvGrpSpPr>
          <p:grpSpPr>
            <a:xfrm rot="553339">
              <a:off x="7583" y="2094706"/>
              <a:ext cx="543138" cy="138439"/>
              <a:chOff x="0" y="0"/>
              <a:chExt cx="147751" cy="37660"/>
            </a:xfrm>
          </p:grpSpPr>
          <p:sp>
            <p:nvSpPr>
              <p:cNvPr id="41" name="Freeform 41">
                <a:extLst>
                  <a:ext uri="{FF2B5EF4-FFF2-40B4-BE49-F238E27FC236}">
                    <a16:creationId xmlns:a16="http://schemas.microsoft.com/office/drawing/2014/main" id="{4EDB99AB-C90E-7A55-21E9-E281C19FAD6E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3004AFC9-AF39-630B-595D-2537F490466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45257508-C9D0-A13B-8B24-A7E97BFE20BE}"/>
                </a:ext>
              </a:extLst>
            </p:cNvPr>
            <p:cNvGrpSpPr/>
            <p:nvPr/>
          </p:nvGrpSpPr>
          <p:grpSpPr>
            <a:xfrm>
              <a:off x="279152" y="5963242"/>
              <a:ext cx="456256" cy="456256"/>
              <a:chOff x="0" y="0"/>
              <a:chExt cx="812800" cy="812800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271D6642-40FB-1683-D1C7-D88BAEA487C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5" name="TextBox 45">
                <a:extLst>
                  <a:ext uri="{FF2B5EF4-FFF2-40B4-BE49-F238E27FC236}">
                    <a16:creationId xmlns:a16="http://schemas.microsoft.com/office/drawing/2014/main" id="{0E731BC6-250C-13F9-3B40-FD1732C922B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B6AF8220-1C43-8B6C-356E-C40336B34183}"/>
                </a:ext>
              </a:extLst>
            </p:cNvPr>
            <p:cNvGrpSpPr/>
            <p:nvPr/>
          </p:nvGrpSpPr>
          <p:grpSpPr>
            <a:xfrm rot="553339">
              <a:off x="7583" y="6094485"/>
              <a:ext cx="543138" cy="138439"/>
              <a:chOff x="0" y="0"/>
              <a:chExt cx="147751" cy="37660"/>
            </a:xfrm>
          </p:grpSpPr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A87647FD-8EFB-465D-075F-1CC3DFE732C7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8" name="TextBox 48">
                <a:extLst>
                  <a:ext uri="{FF2B5EF4-FFF2-40B4-BE49-F238E27FC236}">
                    <a16:creationId xmlns:a16="http://schemas.microsoft.com/office/drawing/2014/main" id="{D111C418-F6BD-0060-D9F3-6C24975E65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D81674C6-9970-C052-60CC-D46BA0EB6F27}"/>
                </a:ext>
              </a:extLst>
            </p:cNvPr>
            <p:cNvGrpSpPr/>
            <p:nvPr/>
          </p:nvGrpSpPr>
          <p:grpSpPr>
            <a:xfrm>
              <a:off x="279152" y="11296281"/>
              <a:ext cx="456256" cy="456256"/>
              <a:chOff x="0" y="0"/>
              <a:chExt cx="812800" cy="812800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4CF958FC-9E53-10B6-7297-363F84E920B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id="{020BDB60-135B-5EA7-3EE0-A14E20DDDC9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4A6760A5-5473-91B0-0A82-AEEACAD70536}"/>
                </a:ext>
              </a:extLst>
            </p:cNvPr>
            <p:cNvGrpSpPr/>
            <p:nvPr/>
          </p:nvGrpSpPr>
          <p:grpSpPr>
            <a:xfrm rot="553339">
              <a:off x="7583" y="11427524"/>
              <a:ext cx="543138" cy="138439"/>
              <a:chOff x="0" y="0"/>
              <a:chExt cx="147751" cy="37660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7973ED78-FE65-E374-66EB-49CACDEB639D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id="{72A37BB9-DC5B-93C3-B5B7-4C018DE278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id="{CE43363E-7C28-F413-6FD4-FAA1E3E9331E}"/>
                </a:ext>
              </a:extLst>
            </p:cNvPr>
            <p:cNvGrpSpPr/>
            <p:nvPr/>
          </p:nvGrpSpPr>
          <p:grpSpPr>
            <a:xfrm>
              <a:off x="279152" y="7296502"/>
              <a:ext cx="456256" cy="456256"/>
              <a:chOff x="0" y="0"/>
              <a:chExt cx="812800" cy="812800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BA41A5A7-396D-EECC-ABE5-BF8FC8CD516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id="{26274F0C-4505-7CF9-487F-077B496035E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8" name="Group 58">
              <a:extLst>
                <a:ext uri="{FF2B5EF4-FFF2-40B4-BE49-F238E27FC236}">
                  <a16:creationId xmlns:a16="http://schemas.microsoft.com/office/drawing/2014/main" id="{4BC3E717-7FE2-9A17-9C7B-B7135C2CCC94}"/>
                </a:ext>
              </a:extLst>
            </p:cNvPr>
            <p:cNvGrpSpPr/>
            <p:nvPr/>
          </p:nvGrpSpPr>
          <p:grpSpPr>
            <a:xfrm rot="553339">
              <a:off x="7583" y="7427745"/>
              <a:ext cx="543138" cy="138439"/>
              <a:chOff x="0" y="0"/>
              <a:chExt cx="147751" cy="37660"/>
            </a:xfrm>
          </p:grpSpPr>
          <p:sp>
            <p:nvSpPr>
              <p:cNvPr id="59" name="Freeform 59">
                <a:extLst>
                  <a:ext uri="{FF2B5EF4-FFF2-40B4-BE49-F238E27FC236}">
                    <a16:creationId xmlns:a16="http://schemas.microsoft.com/office/drawing/2014/main" id="{BAC296BF-F4FE-C027-4F3C-CB9EA3027072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0" name="TextBox 60">
                <a:extLst>
                  <a:ext uri="{FF2B5EF4-FFF2-40B4-BE49-F238E27FC236}">
                    <a16:creationId xmlns:a16="http://schemas.microsoft.com/office/drawing/2014/main" id="{BD966764-EFEC-D0E8-4229-E9BB9189129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1" name="Group 61">
              <a:extLst>
                <a:ext uri="{FF2B5EF4-FFF2-40B4-BE49-F238E27FC236}">
                  <a16:creationId xmlns:a16="http://schemas.microsoft.com/office/drawing/2014/main" id="{0CDB9DB9-0A00-76DF-C3D7-46D909FD5A5A}"/>
                </a:ext>
              </a:extLst>
            </p:cNvPr>
            <p:cNvGrpSpPr/>
            <p:nvPr/>
          </p:nvGrpSpPr>
          <p:grpSpPr>
            <a:xfrm>
              <a:off x="279152" y="12629540"/>
              <a:ext cx="456256" cy="456256"/>
              <a:chOff x="0" y="0"/>
              <a:chExt cx="812800" cy="812800"/>
            </a:xfrm>
          </p:grpSpPr>
          <p:sp>
            <p:nvSpPr>
              <p:cNvPr id="62" name="Freeform 62">
                <a:extLst>
                  <a:ext uri="{FF2B5EF4-FFF2-40B4-BE49-F238E27FC236}">
                    <a16:creationId xmlns:a16="http://schemas.microsoft.com/office/drawing/2014/main" id="{8C9ED76E-6666-029E-C936-27DFC8855A2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3" name="TextBox 63">
                <a:extLst>
                  <a:ext uri="{FF2B5EF4-FFF2-40B4-BE49-F238E27FC236}">
                    <a16:creationId xmlns:a16="http://schemas.microsoft.com/office/drawing/2014/main" id="{06B1BA18-5F9E-CC43-23FE-61D0573C037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4" name="Group 64">
              <a:extLst>
                <a:ext uri="{FF2B5EF4-FFF2-40B4-BE49-F238E27FC236}">
                  <a16:creationId xmlns:a16="http://schemas.microsoft.com/office/drawing/2014/main" id="{DD40B692-5E37-86A4-BAFE-82858D21B4C2}"/>
                </a:ext>
              </a:extLst>
            </p:cNvPr>
            <p:cNvGrpSpPr/>
            <p:nvPr/>
          </p:nvGrpSpPr>
          <p:grpSpPr>
            <a:xfrm rot="553339">
              <a:off x="7583" y="12760783"/>
              <a:ext cx="543138" cy="138439"/>
              <a:chOff x="0" y="0"/>
              <a:chExt cx="147751" cy="37660"/>
            </a:xfrm>
          </p:grpSpPr>
          <p:sp>
            <p:nvSpPr>
              <p:cNvPr id="65" name="Freeform 65">
                <a:extLst>
                  <a:ext uri="{FF2B5EF4-FFF2-40B4-BE49-F238E27FC236}">
                    <a16:creationId xmlns:a16="http://schemas.microsoft.com/office/drawing/2014/main" id="{A52B910C-5EFC-4C62-E6A7-0FFEF8E0A4BB}"/>
                  </a:ext>
                </a:extLst>
              </p:cNvPr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6" name="TextBox 66">
                <a:extLst>
                  <a:ext uri="{FF2B5EF4-FFF2-40B4-BE49-F238E27FC236}">
                    <a16:creationId xmlns:a16="http://schemas.microsoft.com/office/drawing/2014/main" id="{DEE329E6-4170-B938-575F-4652FCAFD3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7" name="Group 67">
              <a:extLst>
                <a:ext uri="{FF2B5EF4-FFF2-40B4-BE49-F238E27FC236}">
                  <a16:creationId xmlns:a16="http://schemas.microsoft.com/office/drawing/2014/main" id="{2EF16BE4-874A-4D5D-8B4F-FBF1AB5261B7}"/>
                </a:ext>
              </a:extLst>
            </p:cNvPr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68" name="Freeform 68">
                <a:extLst>
                  <a:ext uri="{FF2B5EF4-FFF2-40B4-BE49-F238E27FC236}">
                    <a16:creationId xmlns:a16="http://schemas.microsoft.com/office/drawing/2014/main" id="{66D4C74A-3CAA-429A-F0A3-68A065736D38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9" name="TextBox 69">
                <a:extLst>
                  <a:ext uri="{FF2B5EF4-FFF2-40B4-BE49-F238E27FC236}">
                    <a16:creationId xmlns:a16="http://schemas.microsoft.com/office/drawing/2014/main" id="{580C3B08-01EB-3602-C8E5-657EF27BB05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0" name="Group 70">
              <a:extLst>
                <a:ext uri="{FF2B5EF4-FFF2-40B4-BE49-F238E27FC236}">
                  <a16:creationId xmlns:a16="http://schemas.microsoft.com/office/drawing/2014/main" id="{477E54C7-037C-207C-D9FC-4152DBA229B8}"/>
                </a:ext>
              </a:extLst>
            </p:cNvPr>
            <p:cNvGrpSpPr/>
            <p:nvPr/>
          </p:nvGrpSpPr>
          <p:grpSpPr>
            <a:xfrm>
              <a:off x="24148870" y="0"/>
              <a:ext cx="357480" cy="13716000"/>
              <a:chOff x="0" y="0"/>
              <a:chExt cx="70613" cy="2709333"/>
            </a:xfrm>
          </p:grpSpPr>
          <p:sp>
            <p:nvSpPr>
              <p:cNvPr id="71" name="Freeform 71">
                <a:extLst>
                  <a:ext uri="{FF2B5EF4-FFF2-40B4-BE49-F238E27FC236}">
                    <a16:creationId xmlns:a16="http://schemas.microsoft.com/office/drawing/2014/main" id="{B29D6EBC-6EE8-DCD8-B99D-7F1D9A8A6198}"/>
                  </a:ext>
                </a:extLst>
              </p:cNvPr>
              <p:cNvSpPr/>
              <p:nvPr/>
            </p:nvSpPr>
            <p:spPr>
              <a:xfrm>
                <a:off x="0" y="0"/>
                <a:ext cx="7061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70613" h="2709333">
                    <a:moveTo>
                      <a:pt x="0" y="0"/>
                    </a:moveTo>
                    <a:lnTo>
                      <a:pt x="70613" y="0"/>
                    </a:lnTo>
                    <a:lnTo>
                      <a:pt x="7061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72" name="TextBox 72">
                <a:extLst>
                  <a:ext uri="{FF2B5EF4-FFF2-40B4-BE49-F238E27FC236}">
                    <a16:creationId xmlns:a16="http://schemas.microsoft.com/office/drawing/2014/main" id="{62E712F5-5332-68AC-EAA6-D2A56678422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0613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3" name="Group 73">
              <a:extLst>
                <a:ext uri="{FF2B5EF4-FFF2-40B4-BE49-F238E27FC236}">
                  <a16:creationId xmlns:a16="http://schemas.microsoft.com/office/drawing/2014/main" id="{AADC9BA5-54A3-2EFA-620A-A2916BB0B430}"/>
                </a:ext>
              </a:extLst>
            </p:cNvPr>
            <p:cNvGrpSpPr/>
            <p:nvPr/>
          </p:nvGrpSpPr>
          <p:grpSpPr>
            <a:xfrm>
              <a:off x="21623711" y="858331"/>
              <a:ext cx="337709" cy="578975"/>
              <a:chOff x="0" y="0"/>
              <a:chExt cx="796036" cy="1364742"/>
            </a:xfrm>
          </p:grpSpPr>
          <p:sp>
            <p:nvSpPr>
              <p:cNvPr id="74" name="Freeform 74">
                <a:extLst>
                  <a:ext uri="{FF2B5EF4-FFF2-40B4-BE49-F238E27FC236}">
                    <a16:creationId xmlns:a16="http://schemas.microsoft.com/office/drawing/2014/main" id="{A536D437-D370-7E06-51FB-53D356086998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id="{D26D0EC3-ECFC-8060-67A9-6A1384F2A7A0}"/>
                </a:ext>
              </a:extLst>
            </p:cNvPr>
            <p:cNvGrpSpPr/>
            <p:nvPr/>
          </p:nvGrpSpPr>
          <p:grpSpPr>
            <a:xfrm>
              <a:off x="22233628" y="858331"/>
              <a:ext cx="337709" cy="578975"/>
              <a:chOff x="0" y="0"/>
              <a:chExt cx="796036" cy="1364742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id="{D3EACD14-26B0-F742-0BC6-FBAF7838FA6C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grpSp>
          <p:nvGrpSpPr>
            <p:cNvPr id="77" name="Group 77">
              <a:extLst>
                <a:ext uri="{FF2B5EF4-FFF2-40B4-BE49-F238E27FC236}">
                  <a16:creationId xmlns:a16="http://schemas.microsoft.com/office/drawing/2014/main" id="{16DC2655-F5BD-00D2-3FB1-D81A66CDA3E8}"/>
                </a:ext>
              </a:extLst>
            </p:cNvPr>
            <p:cNvGrpSpPr/>
            <p:nvPr/>
          </p:nvGrpSpPr>
          <p:grpSpPr>
            <a:xfrm>
              <a:off x="22843546" y="858331"/>
              <a:ext cx="337709" cy="578975"/>
              <a:chOff x="0" y="0"/>
              <a:chExt cx="796036" cy="1364742"/>
            </a:xfrm>
          </p:grpSpPr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1BDF126D-86E7-9EEA-05EA-D2F2DFF88492}"/>
                  </a:ext>
                </a:extLst>
              </p:cNvPr>
              <p:cNvSpPr/>
              <p:nvPr/>
            </p:nvSpPr>
            <p:spPr>
              <a:xfrm>
                <a:off x="0" y="0"/>
                <a:ext cx="796036" cy="1364742"/>
              </a:xfrm>
              <a:custGeom>
                <a:avLst/>
                <a:gdLst/>
                <a:ahLst/>
                <a:cxnLst/>
                <a:rect l="l" t="t" r="r" b="b"/>
                <a:pathLst>
                  <a:path w="796036" h="1364742">
                    <a:moveTo>
                      <a:pt x="795401" y="682371"/>
                    </a:moveTo>
                    <a:lnTo>
                      <a:pt x="796036" y="681355"/>
                    </a:lnTo>
                    <a:lnTo>
                      <a:pt x="794893" y="681355"/>
                    </a:lnTo>
                    <a:lnTo>
                      <a:pt x="398018" y="0"/>
                    </a:lnTo>
                    <a:lnTo>
                      <a:pt x="1143" y="681355"/>
                    </a:lnTo>
                    <a:lnTo>
                      <a:pt x="0" y="681355"/>
                    </a:lnTo>
                    <a:lnTo>
                      <a:pt x="635" y="682371"/>
                    </a:lnTo>
                    <a:lnTo>
                      <a:pt x="0" y="683387"/>
                    </a:lnTo>
                    <a:lnTo>
                      <a:pt x="1143" y="683387"/>
                    </a:lnTo>
                    <a:lnTo>
                      <a:pt x="398018" y="1364742"/>
                    </a:lnTo>
                    <a:lnTo>
                      <a:pt x="794893" y="683387"/>
                    </a:lnTo>
                    <a:lnTo>
                      <a:pt x="796036" y="683387"/>
                    </a:lnTo>
                    <a:lnTo>
                      <a:pt x="795401" y="682371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CD4DA969-E8E8-B356-E1FB-34CE7824157B}"/>
              </a:ext>
            </a:extLst>
          </p:cNvPr>
          <p:cNvGrpSpPr/>
          <p:nvPr/>
        </p:nvGrpSpPr>
        <p:grpSpPr>
          <a:xfrm>
            <a:off x="990600" y="419616"/>
            <a:ext cx="15227589" cy="1349493"/>
            <a:chOff x="1560" y="661"/>
            <a:chExt cx="14425" cy="2125"/>
          </a:xfrm>
        </p:grpSpPr>
        <p:sp>
          <p:nvSpPr>
            <p:cNvPr id="119" name="TextBox 113">
              <a:extLst>
                <a:ext uri="{FF2B5EF4-FFF2-40B4-BE49-F238E27FC236}">
                  <a16:creationId xmlns:a16="http://schemas.microsoft.com/office/drawing/2014/main" id="{032BD761-9072-4A9E-4630-3ED5028BCED8}"/>
                </a:ext>
              </a:extLst>
            </p:cNvPr>
            <p:cNvSpPr txBox="1"/>
            <p:nvPr/>
          </p:nvSpPr>
          <p:spPr>
            <a:xfrm>
              <a:off x="4064" y="661"/>
              <a:ext cx="11921" cy="17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920"/>
                </a:lnSpc>
              </a:pPr>
              <a:r>
                <a:rPr lang="zh-CN" altLang="en-US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亮点：</a:t>
              </a:r>
              <a:r>
                <a:rPr lang="en-US" altLang="zh-CN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LLM/Assistant</a:t>
              </a:r>
              <a:r>
                <a:rPr lang="zh-CN" altLang="en-US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调用在线</a:t>
              </a:r>
              <a:r>
                <a:rPr lang="en-US" altLang="zh-CN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/</a:t>
              </a:r>
              <a:r>
                <a:rPr lang="zh-CN" altLang="en-US" sz="6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本地</a:t>
              </a:r>
            </a:p>
          </p:txBody>
        </p:sp>
        <p:pic>
          <p:nvPicPr>
            <p:cNvPr id="118" name="图片 136" descr="仅校徽">
              <a:extLst>
                <a:ext uri="{FF2B5EF4-FFF2-40B4-BE49-F238E27FC236}">
                  <a16:creationId xmlns:a16="http://schemas.microsoft.com/office/drawing/2014/main" id="{BBF38D72-559F-F9FF-6774-DB1D0FC2B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60" y="686"/>
              <a:ext cx="2100" cy="2100"/>
            </a:xfrm>
            <a:prstGeom prst="rect">
              <a:avLst/>
            </a:prstGeom>
          </p:spPr>
        </p:pic>
      </p:grpSp>
      <p:pic>
        <p:nvPicPr>
          <p:cNvPr id="84" name="图片 83">
            <a:extLst>
              <a:ext uri="{FF2B5EF4-FFF2-40B4-BE49-F238E27FC236}">
                <a16:creationId xmlns:a16="http://schemas.microsoft.com/office/drawing/2014/main" id="{9F782508-2A16-E19A-89B8-8DA88AFECC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291" y="2749371"/>
            <a:ext cx="8604797" cy="6297122"/>
          </a:xfrm>
          <a:prstGeom prst="rect">
            <a:avLst/>
          </a:prstGeom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FFEBDCFB-1A55-8CB0-62CB-32FE2E4078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9161" r="14956"/>
          <a:stretch>
            <a:fillRect/>
          </a:stretch>
        </p:blipFill>
        <p:spPr>
          <a:xfrm>
            <a:off x="1302667" y="2417925"/>
            <a:ext cx="7493060" cy="716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4280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6126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15022"/>
              <a:chOff x="0" y="0"/>
              <a:chExt cx="4816593" cy="4247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3500978"/>
              <a:ext cx="24384000" cy="215022"/>
              <a:chOff x="0" y="0"/>
              <a:chExt cx="4816593" cy="4247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16592" cy="4247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247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2474"/>
                    </a:lnTo>
                    <a:lnTo>
                      <a:pt x="0" y="42474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16593" cy="805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0" y="472652"/>
            <a:ext cx="551557" cy="9341695"/>
            <a:chOff x="0" y="0"/>
            <a:chExt cx="735409" cy="12455593"/>
          </a:xfrm>
        </p:grpSpPr>
        <p:grpSp>
          <p:nvGrpSpPr>
            <p:cNvPr id="11" name="Group 11"/>
            <p:cNvGrpSpPr/>
            <p:nvPr/>
          </p:nvGrpSpPr>
          <p:grpSpPr>
            <a:xfrm>
              <a:off x="279152" y="0"/>
              <a:ext cx="456256" cy="456256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553339">
              <a:off x="7583" y="131243"/>
              <a:ext cx="543138" cy="138439"/>
              <a:chOff x="0" y="0"/>
              <a:chExt cx="147751" cy="3766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79152" y="2666519"/>
              <a:ext cx="456256" cy="456256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53339">
              <a:off x="7583" y="2797762"/>
              <a:ext cx="543138" cy="138439"/>
              <a:chOff x="0" y="0"/>
              <a:chExt cx="147751" cy="376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79152" y="7999558"/>
              <a:ext cx="456256" cy="456256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553339">
              <a:off x="7583" y="8130801"/>
              <a:ext cx="543138" cy="138439"/>
              <a:chOff x="0" y="0"/>
              <a:chExt cx="147751" cy="376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279152" y="3999779"/>
              <a:ext cx="456256" cy="456256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553339">
              <a:off x="7583" y="4131022"/>
              <a:ext cx="543138" cy="138439"/>
              <a:chOff x="0" y="0"/>
              <a:chExt cx="147751" cy="376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79152" y="9332818"/>
              <a:ext cx="456256" cy="456256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553339">
              <a:off x="7583" y="9464061"/>
              <a:ext cx="543138" cy="138439"/>
              <a:chOff x="0" y="0"/>
              <a:chExt cx="147751" cy="376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279152" y="1333260"/>
              <a:ext cx="456256" cy="456256"/>
              <a:chOff x="0" y="0"/>
              <a:chExt cx="812800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553339">
              <a:off x="7583" y="1464503"/>
              <a:ext cx="543138" cy="138439"/>
              <a:chOff x="0" y="0"/>
              <a:chExt cx="147751" cy="376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279152" y="5333039"/>
              <a:ext cx="456256" cy="456256"/>
              <a:chOff x="0" y="0"/>
              <a:chExt cx="812800" cy="8128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553339">
              <a:off x="7583" y="5464282"/>
              <a:ext cx="543138" cy="138439"/>
              <a:chOff x="0" y="0"/>
              <a:chExt cx="147751" cy="376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279152" y="10666077"/>
              <a:ext cx="456256" cy="456256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553339">
              <a:off x="7583" y="10797321"/>
              <a:ext cx="543138" cy="138439"/>
              <a:chOff x="0" y="0"/>
              <a:chExt cx="147751" cy="376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279152" y="6666298"/>
              <a:ext cx="456256" cy="456256"/>
              <a:chOff x="0" y="0"/>
              <a:chExt cx="812800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553339">
              <a:off x="7583" y="6797541"/>
              <a:ext cx="543138" cy="138439"/>
              <a:chOff x="0" y="0"/>
              <a:chExt cx="147751" cy="376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279152" y="11999337"/>
              <a:ext cx="456256" cy="456256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 rot="553339">
              <a:off x="7583" y="12130580"/>
              <a:ext cx="543138" cy="138439"/>
              <a:chOff x="0" y="0"/>
              <a:chExt cx="147751" cy="3766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147751" cy="37660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7660">
                    <a:moveTo>
                      <a:pt x="0" y="0"/>
                    </a:moveTo>
                    <a:lnTo>
                      <a:pt x="147751" y="0"/>
                    </a:lnTo>
                    <a:lnTo>
                      <a:pt x="147751" y="37660"/>
                    </a:lnTo>
                    <a:lnTo>
                      <a:pt x="0" y="3766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0" y="-38100"/>
                <a:ext cx="147751" cy="75760"/>
              </a:xfrm>
              <a:prstGeom prst="rect">
                <a:avLst/>
              </a:prstGeom>
            </p:spPr>
            <p:txBody>
              <a:bodyPr lIns="36888" tIns="36888" rIns="36888" bIns="36888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1365550" y="3737882"/>
            <a:ext cx="10483850" cy="2770419"/>
            <a:chOff x="0" y="1425643"/>
            <a:chExt cx="13978467" cy="3693893"/>
          </a:xfrm>
        </p:grpSpPr>
        <p:sp>
          <p:nvSpPr>
            <p:cNvPr id="72" name="TextBox 72"/>
            <p:cNvSpPr txBox="1"/>
            <p:nvPr/>
          </p:nvSpPr>
          <p:spPr>
            <a:xfrm>
              <a:off x="0" y="2021568"/>
              <a:ext cx="13563120" cy="26322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5395"/>
                </a:lnSpc>
                <a:spcBef>
                  <a:spcPct val="0"/>
                </a:spcBef>
              </a:pPr>
              <a:endParaRPr lang="zh-CN" altLang="en-US" sz="1099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4084722"/>
              <a:ext cx="13978467" cy="10348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6815"/>
                </a:lnSpc>
                <a:spcBef>
                  <a:spcPct val="0"/>
                </a:spcBef>
              </a:pPr>
              <a:r>
                <a:rPr lang="en-US" sz="4000" dirty="0">
                  <a:solidFill>
                    <a:srgbClr val="004AA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THANK YOU FOR WATCHING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0067" y="1425643"/>
              <a:ext cx="13563120" cy="2430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5395"/>
                </a:lnSpc>
                <a:spcBef>
                  <a:spcPct val="0"/>
                </a:spcBef>
              </a:pPr>
              <a:r>
                <a:rPr lang="zh-CN" altLang="en-US" sz="11195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感谢观看</a:t>
              </a:r>
            </a:p>
          </p:txBody>
        </p:sp>
        <p:sp>
          <p:nvSpPr>
            <p:cNvPr id="75" name="AutoShape 75"/>
            <p:cNvSpPr/>
            <p:nvPr/>
          </p:nvSpPr>
          <p:spPr>
            <a:xfrm>
              <a:off x="0" y="3994832"/>
              <a:ext cx="12645184" cy="0"/>
            </a:xfrm>
            <a:prstGeom prst="line">
              <a:avLst/>
            </a:prstGeom>
            <a:ln w="50800" cap="flat">
              <a:solidFill>
                <a:srgbClr val="004AA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1365550" y="7384485"/>
            <a:ext cx="2539903" cy="517754"/>
            <a:chOff x="0" y="0"/>
            <a:chExt cx="3386538" cy="690339"/>
          </a:xfrm>
        </p:grpSpPr>
        <p:grpSp>
          <p:nvGrpSpPr>
            <p:cNvPr id="78" name="Group 78"/>
            <p:cNvGrpSpPr/>
            <p:nvPr/>
          </p:nvGrpSpPr>
          <p:grpSpPr>
            <a:xfrm>
              <a:off x="0" y="0"/>
              <a:ext cx="3386538" cy="690339"/>
              <a:chOff x="0" y="0"/>
              <a:chExt cx="668946" cy="13636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668946" cy="136363"/>
              </a:xfrm>
              <a:custGeom>
                <a:avLst/>
                <a:gdLst/>
                <a:ahLst/>
                <a:cxnLst/>
                <a:rect l="l" t="t" r="r" b="b"/>
                <a:pathLst>
                  <a:path w="668946" h="136363">
                    <a:moveTo>
                      <a:pt x="48770" y="0"/>
                    </a:moveTo>
                    <a:lnTo>
                      <a:pt x="620176" y="0"/>
                    </a:lnTo>
                    <a:cubicBezTo>
                      <a:pt x="647111" y="0"/>
                      <a:pt x="668946" y="21835"/>
                      <a:pt x="668946" y="48770"/>
                    </a:cubicBezTo>
                    <a:lnTo>
                      <a:pt x="668946" y="87593"/>
                    </a:lnTo>
                    <a:cubicBezTo>
                      <a:pt x="668946" y="100528"/>
                      <a:pt x="663807" y="112933"/>
                      <a:pt x="654661" y="122079"/>
                    </a:cubicBezTo>
                    <a:cubicBezTo>
                      <a:pt x="645515" y="131225"/>
                      <a:pt x="633110" y="136363"/>
                      <a:pt x="620176" y="136363"/>
                    </a:cubicBezTo>
                    <a:lnTo>
                      <a:pt x="48770" y="136363"/>
                    </a:lnTo>
                    <a:cubicBezTo>
                      <a:pt x="21835" y="136363"/>
                      <a:pt x="0" y="114528"/>
                      <a:pt x="0" y="87593"/>
                    </a:cubicBezTo>
                    <a:lnTo>
                      <a:pt x="0" y="48770"/>
                    </a:lnTo>
                    <a:cubicBezTo>
                      <a:pt x="0" y="21835"/>
                      <a:pt x="21835" y="0"/>
                      <a:pt x="48770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190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0" y="-28575"/>
                <a:ext cx="668946" cy="1649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81" name="TextBox 81"/>
            <p:cNvSpPr txBox="1"/>
            <p:nvPr/>
          </p:nvSpPr>
          <p:spPr>
            <a:xfrm>
              <a:off x="284594" y="154786"/>
              <a:ext cx="2817349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15"/>
                </a:lnSpc>
                <a:spcBef>
                  <a:spcPct val="0"/>
                </a:spcBef>
              </a:pPr>
              <a:r>
                <a:rPr lang="en-US" sz="2000" dirty="0" err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答辩人</a:t>
              </a:r>
              <a:r>
                <a:rPr lang="en-US" sz="20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：</a:t>
              </a:r>
              <a:r>
                <a:rPr lang="zh-CN" altLang="en-US" sz="20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杜昊阳</a:t>
              </a:r>
              <a:endParaRPr 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4283244" y="7384485"/>
            <a:ext cx="2863584" cy="517754"/>
            <a:chOff x="0" y="0"/>
            <a:chExt cx="3818112" cy="690339"/>
          </a:xfrm>
        </p:grpSpPr>
        <p:grpSp>
          <p:nvGrpSpPr>
            <p:cNvPr id="83" name="Group 83"/>
            <p:cNvGrpSpPr/>
            <p:nvPr/>
          </p:nvGrpSpPr>
          <p:grpSpPr>
            <a:xfrm>
              <a:off x="0" y="0"/>
              <a:ext cx="3818112" cy="690339"/>
              <a:chOff x="0" y="0"/>
              <a:chExt cx="754195" cy="136363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754195" cy="136363"/>
              </a:xfrm>
              <a:custGeom>
                <a:avLst/>
                <a:gdLst/>
                <a:ahLst/>
                <a:cxnLst/>
                <a:rect l="l" t="t" r="r" b="b"/>
                <a:pathLst>
                  <a:path w="754195" h="136363">
                    <a:moveTo>
                      <a:pt x="43257" y="0"/>
                    </a:moveTo>
                    <a:lnTo>
                      <a:pt x="710938" y="0"/>
                    </a:lnTo>
                    <a:cubicBezTo>
                      <a:pt x="722410" y="0"/>
                      <a:pt x="733413" y="4557"/>
                      <a:pt x="741525" y="12670"/>
                    </a:cubicBezTo>
                    <a:cubicBezTo>
                      <a:pt x="749638" y="20782"/>
                      <a:pt x="754195" y="31785"/>
                      <a:pt x="754195" y="43257"/>
                    </a:cubicBezTo>
                    <a:lnTo>
                      <a:pt x="754195" y="93106"/>
                    </a:lnTo>
                    <a:cubicBezTo>
                      <a:pt x="754195" y="104578"/>
                      <a:pt x="749638" y="115581"/>
                      <a:pt x="741525" y="123693"/>
                    </a:cubicBezTo>
                    <a:cubicBezTo>
                      <a:pt x="733413" y="131806"/>
                      <a:pt x="722410" y="136363"/>
                      <a:pt x="710938" y="136363"/>
                    </a:cubicBezTo>
                    <a:lnTo>
                      <a:pt x="43257" y="136363"/>
                    </a:lnTo>
                    <a:cubicBezTo>
                      <a:pt x="31785" y="136363"/>
                      <a:pt x="20782" y="131806"/>
                      <a:pt x="12670" y="123693"/>
                    </a:cubicBezTo>
                    <a:cubicBezTo>
                      <a:pt x="4557" y="115581"/>
                      <a:pt x="0" y="104578"/>
                      <a:pt x="0" y="93106"/>
                    </a:cubicBezTo>
                    <a:lnTo>
                      <a:pt x="0" y="43257"/>
                    </a:lnTo>
                    <a:cubicBezTo>
                      <a:pt x="0" y="31785"/>
                      <a:pt x="4557" y="20782"/>
                      <a:pt x="12670" y="12670"/>
                    </a:cubicBezTo>
                    <a:cubicBezTo>
                      <a:pt x="20782" y="4557"/>
                      <a:pt x="31785" y="0"/>
                      <a:pt x="4325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0" y="-28575"/>
                <a:ext cx="754195" cy="1649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86" name="TextBox 86"/>
            <p:cNvSpPr txBox="1"/>
            <p:nvPr/>
          </p:nvSpPr>
          <p:spPr>
            <a:xfrm>
              <a:off x="320862" y="154786"/>
              <a:ext cx="3176388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15"/>
                </a:lnSpc>
                <a:spcBef>
                  <a:spcPct val="0"/>
                </a:spcBef>
              </a:pPr>
              <a:r>
                <a:rPr lang="zh-CN" altLang="en-US" sz="2000" dirty="0">
                  <a:solidFill>
                    <a:srgbClr val="54545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时间：</a:t>
              </a:r>
              <a:r>
                <a:rPr lang="en-US" altLang="zh-CN" sz="2000" dirty="0">
                  <a:solidFill>
                    <a:srgbClr val="54545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12</a:t>
              </a:r>
              <a:r>
                <a:rPr lang="zh-CN" altLang="en-US" sz="2000" dirty="0">
                  <a:solidFill>
                    <a:srgbClr val="54545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月</a:t>
              </a:r>
              <a:r>
                <a:rPr lang="en-US" altLang="zh-CN" sz="2000" dirty="0">
                  <a:solidFill>
                    <a:srgbClr val="54545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5</a:t>
              </a:r>
              <a:r>
                <a:rPr lang="zh-CN" altLang="en-US" sz="2000" dirty="0">
                  <a:solidFill>
                    <a:srgbClr val="54545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日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1537891" y="-510527"/>
            <a:ext cx="11442818" cy="11442818"/>
            <a:chOff x="0" y="0"/>
            <a:chExt cx="15257091" cy="15257091"/>
          </a:xfrm>
        </p:grpSpPr>
        <p:grpSp>
          <p:nvGrpSpPr>
            <p:cNvPr id="88" name="Group 88"/>
            <p:cNvGrpSpPr/>
            <p:nvPr/>
          </p:nvGrpSpPr>
          <p:grpSpPr>
            <a:xfrm>
              <a:off x="0" y="0"/>
              <a:ext cx="15257091" cy="15257091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1892483" y="1314570"/>
              <a:ext cx="12627951" cy="12627951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</p:grpSp>
      <p:sp>
        <p:nvSpPr>
          <p:cNvPr id="95" name="Freeform 30">
            <a:extLst>
              <a:ext uri="{FF2B5EF4-FFF2-40B4-BE49-F238E27FC236}">
                <a16:creationId xmlns:a16="http://schemas.microsoft.com/office/drawing/2014/main" id="{635D33F5-3A10-4106-919F-F2F22CBAAC8B}"/>
              </a:ext>
            </a:extLst>
          </p:cNvPr>
          <p:cNvSpPr/>
          <p:nvPr/>
        </p:nvSpPr>
        <p:spPr>
          <a:xfrm>
            <a:off x="1143000" y="1669772"/>
            <a:ext cx="3949284" cy="1187752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EEBA8FCB-69C6-4CF0-9C6F-09AEFC80E6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79522" y="2862770"/>
            <a:ext cx="10146878" cy="4561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hhZTgyNzEzNTVhZTM5M2NmY2JlYjQ2ZjlmMjk4ZD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7.4446153106256,&quot;left&quot;:772.3812598425196,&quot;top&quot;:124.7171453540689,&quot;width&quot;:465.0508661417323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9723622047244,&quot;left&quot;:693.1938582677165,&quot;top&quot;:244.59157480314963,&quot;width&quot;:665.806141732283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9723622047244,&quot;left&quot;:693.1938582677165,&quot;top&quot;:244.59157480314963,&quot;width&quot;:665.806141732283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9723622047244,&quot;left&quot;:693.1938582677165,&quot;top&quot;:244.59157480314963,&quot;width&quot;:665.806141732283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9723622047244,&quot;left&quot;:693.1938582677165,&quot;top&quot;:244.59157480314963,&quot;width&quot;:665.806141732283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9723622047244,&quot;left&quot;:693.1938582677165,&quot;top&quot;:244.59157480314963,&quot;width&quot;:665.806141732283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9723622047244,&quot;left&quot;:693.1938582677165,&quot;top&quot;:244.59157480314963,&quot;width&quot;:665.806141732283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9723622047244,&quot;left&quot;:693.1938582677165,&quot;top&quot;:244.59157480314963,&quot;width&quot;:665.806141732283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9723622047244,&quot;left&quot;:693.1938582677165,&quot;top&quot;:244.59157480314963,&quot;width&quot;:665.806141732283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9723622047244,&quot;left&quot;:693.1938582677165,&quot;top&quot;:244.59157480314963,&quot;width&quot;:665.806141732283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9723622047244,&quot;left&quot;:693.1938582677165,&quot;top&quot;:244.59157480314963,&quot;width&quot;:665.806141732283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9723622047244,&quot;left&quot;:693.1938582677165,&quot;top&quot;:244.59157480314963,&quot;width&quot;:665.806141732283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9723622047244,&quot;left&quot;:693.1938582677165,&quot;top&quot;:244.59157480314963,&quot;width&quot;:665.806141732283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9723622047244,&quot;left&quot;:693.1938582677165,&quot;top&quot;:244.59157480314963,&quot;width&quot;:665.806141732283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0.9723622047244,&quot;left&quot;:693.1938582677165,&quot;top&quot;:244.59157480314963,&quot;width&quot;:665.806141732283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6.60929133858264,&quot;left&quot;:81,&quot;top&quot;:215.2756692913386,&quot;width&quot;:1278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6.60929133858264,&quot;left&quot;:81,&quot;top&quot;:215.2756692913386,&quot;width&quot;:1278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6.60929133858264,&quot;left&quot;:81,&quot;top&quot;:215.2756692913386,&quot;width&quot;:1278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6.60929133858264,&quot;left&quot;:81,&quot;top&quot;:215.2756692913386,&quot;width&quot;:1278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6.60929133858264,&quot;left&quot;:81,&quot;top&quot;:215.2756692913386,&quot;width&quot;:127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878</Words>
  <Application>Microsoft Office PowerPoint</Application>
  <PresentationFormat>自定义</PresentationFormat>
  <Paragraphs>99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微软雅黑</vt:lpstr>
      <vt:lpstr>宋体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蓝色简约创意学术风毕业论文答辩ppt演示文稿</dc:title>
  <dc:creator/>
  <cp:lastModifiedBy>昊阳 杜</cp:lastModifiedBy>
  <cp:revision>31</cp:revision>
  <dcterms:created xsi:type="dcterms:W3CDTF">2006-08-16T00:00:00Z</dcterms:created>
  <dcterms:modified xsi:type="dcterms:W3CDTF">2025-12-04T16:37:06Z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14F4187B06C04F47A9370C74B280F7B5_12</vt:lpwstr>
  </property>
  <property fmtid="{D5CDD505-2E9C-101B-9397-08002B2CF9AE}" pid="3" name="KSOProductBuildVer">
    <vt:lpwstr>2052-12.1.0.18608</vt:lpwstr>
  </property>
</Properties>
</file>